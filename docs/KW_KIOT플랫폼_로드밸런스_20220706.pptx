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1"/>
  </p:notesMasterIdLst>
  <p:sldIdLst>
    <p:sldId id="310" r:id="rId2"/>
    <p:sldId id="376" r:id="rId3"/>
    <p:sldId id="391" r:id="rId4"/>
    <p:sldId id="392" r:id="rId5"/>
    <p:sldId id="393" r:id="rId6"/>
    <p:sldId id="390" r:id="rId7"/>
    <p:sldId id="386" r:id="rId8"/>
    <p:sldId id="395" r:id="rId9"/>
    <p:sldId id="334" r:id="rId10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C3ACC27-2F32-472C-AC2A-8539291A946A}">
          <p14:sldIdLst>
            <p14:sldId id="310"/>
            <p14:sldId id="376"/>
            <p14:sldId id="391"/>
            <p14:sldId id="392"/>
            <p14:sldId id="393"/>
            <p14:sldId id="390"/>
            <p14:sldId id="386"/>
            <p14:sldId id="395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97" userDrawn="1">
          <p15:clr>
            <a:srgbClr val="A4A3A4"/>
          </p15:clr>
        </p15:guide>
        <p15:guide id="4" pos="551" userDrawn="1">
          <p15:clr>
            <a:srgbClr val="A4A3A4"/>
          </p15:clr>
        </p15:guide>
        <p15:guide id="6" pos="7469" userDrawn="1">
          <p15:clr>
            <a:srgbClr val="A4A3A4"/>
          </p15:clr>
        </p15:guide>
        <p15:guide id="8" orient="horz" pos="731" userDrawn="1">
          <p15:clr>
            <a:srgbClr val="A4A3A4"/>
          </p15:clr>
        </p15:guide>
        <p15:guide id="9" orient="horz" pos="1275" userDrawn="1">
          <p15:clr>
            <a:srgbClr val="A4A3A4"/>
          </p15:clr>
        </p15:guide>
        <p15:guide id="12" pos="313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사용자" initials="W사" lastIdx="1" clrIdx="0">
    <p:extLst>
      <p:ext uri="{19B8F6BF-5375-455C-9EA6-DF929625EA0E}">
        <p15:presenceInfo xmlns:p15="http://schemas.microsoft.com/office/powerpoint/2012/main" userId="Windows 사용자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47BA"/>
    <a:srgbClr val="5B9BD5"/>
    <a:srgbClr val="004D96"/>
    <a:srgbClr val="4B4B4B"/>
    <a:srgbClr val="F8F8F8"/>
    <a:srgbClr val="FFFFFF"/>
    <a:srgbClr val="D0CECE"/>
    <a:srgbClr val="D5D0CA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240" autoAdjust="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>
        <p:guide orient="horz" pos="3997"/>
        <p:guide pos="551"/>
        <p:guide pos="7469"/>
        <p:guide orient="horz" pos="731"/>
        <p:guide orient="horz" pos="1275"/>
        <p:guide pos="313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2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7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7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r">
              <a:defRPr sz="1200"/>
            </a:lvl1pPr>
          </a:lstStyle>
          <a:p>
            <a:fld id="{815917C9-B75E-45E2-969D-49C80A8B15FC}" type="datetimeFigureOut">
              <a:rPr lang="ko-KR" altLang="en-US" smtClean="0"/>
              <a:pPr/>
              <a:t>2022-06-30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94" tIns="44097" rIns="88194" bIns="4409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88194" tIns="44097" rIns="88194" bIns="4409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6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28585"/>
            <a:ext cx="2945659" cy="498056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r">
              <a:defRPr sz="1200"/>
            </a:lvl1pPr>
          </a:lstStyle>
          <a:p>
            <a:fld id="{983C3F2D-27CC-4EC0-B247-62332F972C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137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9C43D-F797-4D30-8F64-55BC1A5E184E}" type="datetime1">
              <a:rPr lang="ko-KR" altLang="en-US" smtClean="0"/>
              <a:pPr/>
              <a:t>2022-06-30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052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3ECC5-989A-47D0-9BDE-BAA4BB0682FC}" type="datetime1">
              <a:rPr lang="ko-KR" altLang="en-US" smtClean="0"/>
              <a:pPr/>
              <a:t>2022-06-30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31870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45383-4B0A-4F85-85FA-94C1D5EAD1F2}" type="datetime1">
              <a:rPr lang="ko-KR" altLang="en-US" smtClean="0"/>
              <a:pPr/>
              <a:t>2022-06-30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38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2E2C-559D-4BAD-BD4F-155B04708C9D}" type="datetime1">
              <a:rPr lang="ko-KR" altLang="en-US" smtClean="0"/>
              <a:pPr/>
              <a:t>2022-06-30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928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5A187-6191-4007-8F2B-46629A25EA8B}" type="datetime1">
              <a:rPr lang="ko-KR" altLang="en-US" smtClean="0"/>
              <a:pPr/>
              <a:t>2022-06-30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21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6F110-D7B8-49D5-9B68-7337D8D907AF}" type="datetime1">
              <a:rPr lang="ko-KR" altLang="en-US" smtClean="0"/>
              <a:pPr/>
              <a:t>2022-06-30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90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ECB65-18C9-4408-9C23-AF216D302450}" type="datetime1">
              <a:rPr lang="ko-KR" altLang="en-US" smtClean="0"/>
              <a:pPr/>
              <a:t>2022-06-30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167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FE854-64F2-4302-BE4F-42276F0C15E7}" type="datetime1">
              <a:rPr lang="ko-KR" altLang="en-US" smtClean="0"/>
              <a:pPr/>
              <a:t>2022-06-30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89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D6984-7F89-46F5-AD57-62B05203615E}" type="datetime1">
              <a:rPr lang="ko-KR" altLang="en-US" smtClean="0"/>
              <a:pPr/>
              <a:t>2022-06-30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20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564AF-54DE-43F5-AA6A-9DD6224766CC}" type="datetime1">
              <a:rPr lang="ko-KR" altLang="en-US" smtClean="0"/>
              <a:pPr/>
              <a:t>2022-06-30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992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10B9B-442B-433D-8919-2FCD023E7A46}" type="datetime1">
              <a:rPr lang="ko-KR" altLang="en-US" smtClean="0"/>
              <a:pPr/>
              <a:t>2022-06-30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8428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727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 userDrawn="1"/>
        </p:nvSpPr>
        <p:spPr>
          <a:xfrm>
            <a:off x="0" y="620688"/>
            <a:ext cx="12192000" cy="62373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12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10832123" y="6346078"/>
            <a:ext cx="1029479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제목 13"/>
          <p:cNvSpPr>
            <a:spLocks noGrp="1" noChangeAspect="1"/>
          </p:cNvSpPr>
          <p:nvPr>
            <p:ph type="title" hasCustomPrompt="1"/>
          </p:nvPr>
        </p:nvSpPr>
        <p:spPr>
          <a:xfrm>
            <a:off x="310154" y="143825"/>
            <a:ext cx="688256" cy="368750"/>
          </a:xfrm>
        </p:spPr>
        <p:txBody>
          <a:bodyPr wrap="none" lIns="36000" tIns="36000" rIns="36000" bIns="0" anchor="ctr" anchorCtr="1">
            <a:spAutoFit/>
          </a:bodyPr>
          <a:lstStyle>
            <a:lvl1pPr>
              <a:defRPr sz="2400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제목</a:t>
            </a: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569" y="202344"/>
            <a:ext cx="1854033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8530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" y="0"/>
            <a:ext cx="12190917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680114" y="1367312"/>
            <a:ext cx="5894718" cy="92993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algn="l"/>
            <a:r>
              <a:rPr lang="en-US" altLang="ko-KR" sz="5443" dirty="0">
                <a:solidFill>
                  <a:schemeClr val="bg1"/>
                </a:solidFill>
                <a:latin typeface="Noto Sans Blk" panose="020B0A02040504020204" pitchFamily="34"/>
                <a:ea typeface="Noto Sans Blk" panose="020B0A02040504020204" pitchFamily="34"/>
                <a:cs typeface="Noto Sans Blk" panose="020B0A02040504020204" pitchFamily="34"/>
              </a:rPr>
              <a:t>THANK YOU.</a:t>
            </a:r>
            <a:endParaRPr lang="ko-KR" altLang="en-US" sz="5443" dirty="0">
              <a:solidFill>
                <a:schemeClr val="bg1"/>
              </a:solidFill>
              <a:latin typeface="Noto Sans Blk" panose="020B0A02040504020204" pitchFamily="34"/>
              <a:cs typeface="Noto Sans Blk" panose="020B0A02040504020204" pitchFamily="34"/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680114" y="5418544"/>
            <a:ext cx="2171428" cy="217880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r>
              <a:rPr lang="en-US" altLang="ko-KR" sz="816" b="0" i="0" dirty="0">
                <a:solidFill>
                  <a:schemeClr val="bg1"/>
                </a:solidFill>
                <a:effectLst/>
                <a:latin typeface="+mn-lt"/>
              </a:rPr>
              <a:t>Copyright ⓒ </a:t>
            </a:r>
            <a:r>
              <a:rPr lang="en-US" altLang="ko-KR" sz="816" b="0" i="0" dirty="0" err="1">
                <a:solidFill>
                  <a:schemeClr val="bg1"/>
                </a:solidFill>
                <a:effectLst/>
                <a:latin typeface="+mn-lt"/>
              </a:rPr>
              <a:t>Kweather</a:t>
            </a:r>
            <a:r>
              <a:rPr lang="en-US" altLang="ko-KR" sz="816" b="0" i="0" dirty="0">
                <a:solidFill>
                  <a:schemeClr val="bg1"/>
                </a:solidFill>
                <a:effectLst/>
                <a:latin typeface="+mn-lt"/>
              </a:rPr>
              <a:t>. All rights reserved.</a:t>
            </a:r>
            <a:endParaRPr lang="ko-KR" altLang="en-US" sz="816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13" y="5706360"/>
            <a:ext cx="2916879" cy="31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5948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 userDrawn="1"/>
        </p:nvSpPr>
        <p:spPr>
          <a:xfrm>
            <a:off x="0" y="620688"/>
            <a:ext cx="12192000" cy="62373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12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10832123" y="6346078"/>
            <a:ext cx="1029479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제목 13"/>
          <p:cNvSpPr>
            <a:spLocks noGrp="1" noChangeAspect="1"/>
          </p:cNvSpPr>
          <p:nvPr>
            <p:ph type="title" hasCustomPrompt="1"/>
          </p:nvPr>
        </p:nvSpPr>
        <p:spPr>
          <a:xfrm>
            <a:off x="310154" y="143825"/>
            <a:ext cx="688256" cy="368750"/>
          </a:xfrm>
        </p:spPr>
        <p:txBody>
          <a:bodyPr wrap="none" lIns="36000" tIns="36000" rIns="36000" bIns="0" anchor="ctr" anchorCtr="1">
            <a:spAutoFit/>
          </a:bodyPr>
          <a:lstStyle>
            <a:lvl1pPr>
              <a:defRPr sz="2400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제목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569" y="202344"/>
            <a:ext cx="1854033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4258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 userDrawn="1"/>
        </p:nvSpPr>
        <p:spPr>
          <a:xfrm>
            <a:off x="0" y="620688"/>
            <a:ext cx="12192000" cy="623731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sp>
        <p:nvSpPr>
          <p:cNvPr id="12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10832123" y="6346078"/>
            <a:ext cx="1029479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제목 13"/>
          <p:cNvSpPr>
            <a:spLocks noGrp="1" noChangeAspect="1"/>
          </p:cNvSpPr>
          <p:nvPr>
            <p:ph type="title" hasCustomPrompt="1"/>
          </p:nvPr>
        </p:nvSpPr>
        <p:spPr>
          <a:xfrm>
            <a:off x="310154" y="143825"/>
            <a:ext cx="688256" cy="368750"/>
          </a:xfrm>
        </p:spPr>
        <p:txBody>
          <a:bodyPr wrap="none" lIns="36000" tIns="36000" rIns="36000" bIns="0" anchor="ctr" anchorCtr="1">
            <a:spAutoFit/>
          </a:bodyPr>
          <a:lstStyle>
            <a:lvl1pPr>
              <a:defRPr sz="2400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제목</a:t>
            </a: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569" y="202344"/>
            <a:ext cx="1854033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622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3ECC5-989A-47D0-9BDE-BAA4BB0682FC}" type="datetime1">
              <a:rPr lang="ko-KR" altLang="en-US" smtClean="0"/>
              <a:pPr/>
              <a:t>2022-06-30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8F9CC-F619-49FA-96A7-4406A574E35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897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3" r:id="rId13"/>
    <p:sldLayoutId id="2147483705" r:id="rId14"/>
    <p:sldLayoutId id="2147483677" r:id="rId15"/>
    <p:sldLayoutId id="2147483706" r:id="rId1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6.wmf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jpeg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6" Type="http://schemas.microsoft.com/office/2007/relationships/hdphoto" Target="../media/hdphoto1.wdp"/><Relationship Id="rId20" Type="http://schemas.openxmlformats.org/officeDocument/2006/relationships/image" Target="../media/image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png"/><Relationship Id="rId11" Type="http://schemas.openxmlformats.org/officeDocument/2006/relationships/image" Target="../media/image16.jpe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oleObject" Target="../embeddings/oleObject2.bin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2228850" cy="365125"/>
          </a:xfrm>
        </p:spPr>
        <p:txBody>
          <a:bodyPr/>
          <a:lstStyle/>
          <a:p>
            <a:fld id="{3588F9CC-F619-49FA-96A7-4406A574E355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735" y="1503948"/>
            <a:ext cx="3912856" cy="895145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845135" y="2906446"/>
            <a:ext cx="68130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28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KW </a:t>
            </a:r>
            <a:r>
              <a:rPr lang="ko-KR" altLang="en-US" sz="280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통합클러스터 구축안</a:t>
            </a:r>
            <a:endParaRPr lang="en-US" altLang="ko-KR" sz="28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845137" y="5867219"/>
            <a:ext cx="280717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0047BA"/>
                </a:solidFill>
              </a:rPr>
              <a:t>Copyright ⓒ </a:t>
            </a:r>
            <a:r>
              <a:rPr lang="en-US" altLang="ko-KR" sz="1000" dirty="0" err="1">
                <a:solidFill>
                  <a:srgbClr val="0047BA"/>
                </a:solidFill>
              </a:rPr>
              <a:t>Kweather</a:t>
            </a:r>
            <a:r>
              <a:rPr lang="en-US" altLang="ko-KR" sz="1000" dirty="0">
                <a:solidFill>
                  <a:srgbClr val="0047BA"/>
                </a:solidFill>
              </a:rPr>
              <a:t>. All rights reserved.</a:t>
            </a:r>
            <a:endParaRPr lang="ko-KR" altLang="en-US" sz="1000" dirty="0">
              <a:solidFill>
                <a:srgbClr val="0047BA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043948" y="5605609"/>
            <a:ext cx="68130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작성자</a:t>
            </a:r>
            <a:r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: </a:t>
            </a:r>
            <a:r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정한수</a:t>
            </a:r>
            <a:r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(hansu.chung@kweather.co.kr)</a:t>
            </a:r>
          </a:p>
        </p:txBody>
      </p:sp>
    </p:spTree>
    <p:extLst>
      <p:ext uri="{BB962C8B-B14F-4D97-AF65-F5344CB8AC3E}">
        <p14:creationId xmlns:p14="http://schemas.microsoft.com/office/powerpoint/2010/main" val="1636310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모서리가 둥근 직사각형 246"/>
          <p:cNvSpPr/>
          <p:nvPr/>
        </p:nvSpPr>
        <p:spPr>
          <a:xfrm>
            <a:off x="3310586" y="1617402"/>
            <a:ext cx="893647" cy="330005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제목 2"/>
          <p:cNvSpPr>
            <a:spLocks noGrp="1"/>
          </p:cNvSpPr>
          <p:nvPr>
            <p:ph type="title"/>
          </p:nvPr>
        </p:nvSpPr>
        <p:spPr>
          <a:xfrm>
            <a:off x="1478757" y="150750"/>
            <a:ext cx="5549654" cy="354900"/>
          </a:xfrm>
        </p:spPr>
        <p:txBody>
          <a:bodyPr anchor="ctr" anchorCtr="0">
            <a:normAutofit fontScale="90000"/>
          </a:bodyPr>
          <a:lstStyle/>
          <a:p>
            <a:r>
              <a:rPr lang="en-US" altLang="ko-KR" b="1" smtClean="0"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KIOT</a:t>
            </a:r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플랫폼 </a:t>
            </a:r>
            <a:r>
              <a:rPr lang="en-US" altLang="ko-KR" b="1" smtClean="0"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- Architecture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1B7CFFF-4DC5-473A-9931-3B044331923C}"/>
              </a:ext>
            </a:extLst>
          </p:cNvPr>
          <p:cNvSpPr/>
          <p:nvPr/>
        </p:nvSpPr>
        <p:spPr>
          <a:xfrm>
            <a:off x="864129" y="1408707"/>
            <a:ext cx="1895358" cy="1122467"/>
          </a:xfrm>
          <a:prstGeom prst="rect">
            <a:avLst/>
          </a:prstGeom>
          <a:noFill/>
          <a:ln>
            <a:solidFill>
              <a:srgbClr val="0184F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CC6E8EF-6118-4E4B-82EA-5A55C5A49EE2}"/>
              </a:ext>
            </a:extLst>
          </p:cNvPr>
          <p:cNvSpPr/>
          <p:nvPr/>
        </p:nvSpPr>
        <p:spPr>
          <a:xfrm>
            <a:off x="859302" y="1160463"/>
            <a:ext cx="1900186" cy="356217"/>
          </a:xfrm>
          <a:prstGeom prst="rect">
            <a:avLst/>
          </a:prstGeom>
          <a:solidFill>
            <a:srgbClr val="0184F1"/>
          </a:solidFill>
          <a:ln>
            <a:solidFill>
              <a:srgbClr val="0184F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KWEATHER </a:t>
            </a:r>
            <a:r>
              <a:rPr lang="en-US" altLang="ko-KR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기상예보</a:t>
            </a:r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86710448-4D31-43CB-9CE4-9C21BFA7D557}"/>
              </a:ext>
            </a:extLst>
          </p:cNvPr>
          <p:cNvGrpSpPr/>
          <p:nvPr/>
        </p:nvGrpSpPr>
        <p:grpSpPr>
          <a:xfrm>
            <a:off x="932041" y="1562147"/>
            <a:ext cx="477661" cy="284631"/>
            <a:chOff x="455561" y="2105244"/>
            <a:chExt cx="496940" cy="296119"/>
          </a:xfrm>
        </p:grpSpPr>
        <p:sp>
          <p:nvSpPr>
            <p:cNvPr id="91" name="자유형: 도형 79">
              <a:extLst>
                <a:ext uri="{FF2B5EF4-FFF2-40B4-BE49-F238E27FC236}">
                  <a16:creationId xmlns:a16="http://schemas.microsoft.com/office/drawing/2014/main" id="{73D9FD63-C5DC-4450-A0B9-F4AA9F0C9FC7}"/>
                </a:ext>
              </a:extLst>
            </p:cNvPr>
            <p:cNvSpPr/>
            <p:nvPr/>
          </p:nvSpPr>
          <p:spPr>
            <a:xfrm>
              <a:off x="465500" y="2110628"/>
              <a:ext cx="238531" cy="285351"/>
            </a:xfrm>
            <a:custGeom>
              <a:avLst/>
              <a:gdLst>
                <a:gd name="connsiteX0" fmla="*/ 3962 w 2128056"/>
                <a:gd name="connsiteY0" fmla="*/ 709355 h 4699463"/>
                <a:gd name="connsiteX1" fmla="*/ 2128057 w 2128056"/>
                <a:gd name="connsiteY1" fmla="*/ 0 h 4699463"/>
                <a:gd name="connsiteX2" fmla="*/ 2128057 w 2128056"/>
                <a:gd name="connsiteY2" fmla="*/ 4699464 h 4699463"/>
                <a:gd name="connsiteX3" fmla="*/ 3962 w 2128056"/>
                <a:gd name="connsiteY3" fmla="*/ 3990108 h 4699463"/>
                <a:gd name="connsiteX4" fmla="*/ 0 w 2128056"/>
                <a:gd name="connsiteY4" fmla="*/ 3990108 h 4699463"/>
                <a:gd name="connsiteX5" fmla="*/ 0 w 2128056"/>
                <a:gd name="connsiteY5" fmla="*/ 709355 h 4699463"/>
                <a:gd name="connsiteX6" fmla="*/ 3962 w 2128056"/>
                <a:gd name="connsiteY6" fmla="*/ 709355 h 469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8056" h="4699463">
                  <a:moveTo>
                    <a:pt x="3962" y="709355"/>
                  </a:moveTo>
                  <a:cubicBezTo>
                    <a:pt x="68799" y="313744"/>
                    <a:pt x="994810" y="0"/>
                    <a:pt x="2128057" y="0"/>
                  </a:cubicBezTo>
                  <a:lnTo>
                    <a:pt x="2128057" y="4699464"/>
                  </a:lnTo>
                  <a:cubicBezTo>
                    <a:pt x="994820" y="4699464"/>
                    <a:pt x="68809" y="4385701"/>
                    <a:pt x="3962" y="3990108"/>
                  </a:cubicBezTo>
                  <a:lnTo>
                    <a:pt x="0" y="3990108"/>
                  </a:lnTo>
                  <a:lnTo>
                    <a:pt x="0" y="709355"/>
                  </a:lnTo>
                  <a:lnTo>
                    <a:pt x="3962" y="70935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2" name="자유형: 도형 80">
              <a:extLst>
                <a:ext uri="{FF2B5EF4-FFF2-40B4-BE49-F238E27FC236}">
                  <a16:creationId xmlns:a16="http://schemas.microsoft.com/office/drawing/2014/main" id="{506FF6EA-BEBE-4DEF-9731-EC7A9D174F66}"/>
                </a:ext>
              </a:extLst>
            </p:cNvPr>
            <p:cNvSpPr/>
            <p:nvPr/>
          </p:nvSpPr>
          <p:spPr>
            <a:xfrm>
              <a:off x="704030" y="2110628"/>
              <a:ext cx="238531" cy="285351"/>
            </a:xfrm>
            <a:custGeom>
              <a:avLst/>
              <a:gdLst>
                <a:gd name="connsiteX0" fmla="*/ 2124094 w 2128056"/>
                <a:gd name="connsiteY0" fmla="*/ 709355 h 4699463"/>
                <a:gd name="connsiteX1" fmla="*/ 0 w 2128056"/>
                <a:gd name="connsiteY1" fmla="*/ 0 h 4699463"/>
                <a:gd name="connsiteX2" fmla="*/ 0 w 2128056"/>
                <a:gd name="connsiteY2" fmla="*/ 4699464 h 4699463"/>
                <a:gd name="connsiteX3" fmla="*/ 2124094 w 2128056"/>
                <a:gd name="connsiteY3" fmla="*/ 3990108 h 4699463"/>
                <a:gd name="connsiteX4" fmla="*/ 2128057 w 2128056"/>
                <a:gd name="connsiteY4" fmla="*/ 3990108 h 4699463"/>
                <a:gd name="connsiteX5" fmla="*/ 2128057 w 2128056"/>
                <a:gd name="connsiteY5" fmla="*/ 709355 h 4699463"/>
                <a:gd name="connsiteX6" fmla="*/ 2124094 w 2128056"/>
                <a:gd name="connsiteY6" fmla="*/ 709355 h 469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8056" h="4699463">
                  <a:moveTo>
                    <a:pt x="2124094" y="709355"/>
                  </a:moveTo>
                  <a:cubicBezTo>
                    <a:pt x="2059258" y="313744"/>
                    <a:pt x="1133247" y="0"/>
                    <a:pt x="0" y="0"/>
                  </a:cubicBezTo>
                  <a:lnTo>
                    <a:pt x="0" y="4699464"/>
                  </a:lnTo>
                  <a:cubicBezTo>
                    <a:pt x="1133237" y="4699464"/>
                    <a:pt x="2059248" y="4385701"/>
                    <a:pt x="2124094" y="3990108"/>
                  </a:cubicBezTo>
                  <a:lnTo>
                    <a:pt x="2128057" y="3990108"/>
                  </a:lnTo>
                  <a:lnTo>
                    <a:pt x="2128057" y="709355"/>
                  </a:lnTo>
                  <a:lnTo>
                    <a:pt x="2124094" y="709355"/>
                  </a:lnTo>
                  <a:close/>
                </a:path>
              </a:pathLst>
            </a:custGeom>
            <a:solidFill>
              <a:srgbClr val="7FACF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93" name="그래픽 4">
              <a:extLst>
                <a:ext uri="{FF2B5EF4-FFF2-40B4-BE49-F238E27FC236}">
                  <a16:creationId xmlns:a16="http://schemas.microsoft.com/office/drawing/2014/main" id="{CDA46560-DD88-49B6-AE75-B3E29EB77EDF}"/>
                </a:ext>
              </a:extLst>
            </p:cNvPr>
            <p:cNvGrpSpPr/>
            <p:nvPr/>
          </p:nvGrpSpPr>
          <p:grpSpPr>
            <a:xfrm>
              <a:off x="495316" y="2110628"/>
              <a:ext cx="457185" cy="285351"/>
              <a:chOff x="3483854" y="1430105"/>
              <a:chExt cx="4078785" cy="4699463"/>
            </a:xfrm>
            <a:solidFill>
              <a:srgbClr val="A4C2F7"/>
            </a:solidFill>
          </p:grpSpPr>
          <p:sp>
            <p:nvSpPr>
              <p:cNvPr id="104" name="자유형: 도형 88">
                <a:extLst>
                  <a:ext uri="{FF2B5EF4-FFF2-40B4-BE49-F238E27FC236}">
                    <a16:creationId xmlns:a16="http://schemas.microsoft.com/office/drawing/2014/main" id="{65184F47-23AC-4694-BB2C-CB0C972D5FAB}"/>
                  </a:ext>
                </a:extLst>
              </p:cNvPr>
              <p:cNvSpPr/>
              <p:nvPr/>
            </p:nvSpPr>
            <p:spPr>
              <a:xfrm>
                <a:off x="3483854" y="1430105"/>
                <a:ext cx="3724103" cy="4699463"/>
              </a:xfrm>
              <a:custGeom>
                <a:avLst/>
                <a:gdLst>
                  <a:gd name="connsiteX0" fmla="*/ 3720141 w 3724103"/>
                  <a:gd name="connsiteY0" fmla="*/ 709355 h 4699463"/>
                  <a:gd name="connsiteX1" fmla="*/ 3720141 w 3724103"/>
                  <a:gd name="connsiteY1" fmla="*/ 709355 h 4699463"/>
                  <a:gd name="connsiteX2" fmla="*/ 2128057 w 3724103"/>
                  <a:gd name="connsiteY2" fmla="*/ 0 h 4699463"/>
                  <a:gd name="connsiteX3" fmla="*/ 3962 w 3724103"/>
                  <a:gd name="connsiteY3" fmla="*/ 709355 h 4699463"/>
                  <a:gd name="connsiteX4" fmla="*/ 0 w 3724103"/>
                  <a:gd name="connsiteY4" fmla="*/ 709355 h 4699463"/>
                  <a:gd name="connsiteX5" fmla="*/ 0 w 3724103"/>
                  <a:gd name="connsiteY5" fmla="*/ 3990108 h 4699463"/>
                  <a:gd name="connsiteX6" fmla="*/ 3962 w 3724103"/>
                  <a:gd name="connsiteY6" fmla="*/ 3990108 h 4699463"/>
                  <a:gd name="connsiteX7" fmla="*/ 2128057 w 3724103"/>
                  <a:gd name="connsiteY7" fmla="*/ 4699464 h 4699463"/>
                  <a:gd name="connsiteX8" fmla="*/ 3720141 w 3724103"/>
                  <a:gd name="connsiteY8" fmla="*/ 3990108 h 4699463"/>
                  <a:gd name="connsiteX9" fmla="*/ 3724104 w 3724103"/>
                  <a:gd name="connsiteY9" fmla="*/ 3990108 h 4699463"/>
                  <a:gd name="connsiteX10" fmla="*/ 3724104 w 3724103"/>
                  <a:gd name="connsiteY10" fmla="*/ 709355 h 4699463"/>
                  <a:gd name="connsiteX11" fmla="*/ 3720141 w 3724103"/>
                  <a:gd name="connsiteY11" fmla="*/ 709355 h 4699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724103" h="4699463">
                    <a:moveTo>
                      <a:pt x="3720141" y="709355"/>
                    </a:moveTo>
                    <a:lnTo>
                      <a:pt x="3720141" y="709355"/>
                    </a:lnTo>
                    <a:cubicBezTo>
                      <a:pt x="3655305" y="313744"/>
                      <a:pt x="3261303" y="0"/>
                      <a:pt x="2128057" y="0"/>
                    </a:cubicBezTo>
                    <a:cubicBezTo>
                      <a:pt x="994810" y="0"/>
                      <a:pt x="68799" y="313744"/>
                      <a:pt x="3962" y="709355"/>
                    </a:cubicBezTo>
                    <a:lnTo>
                      <a:pt x="0" y="709355"/>
                    </a:lnTo>
                    <a:lnTo>
                      <a:pt x="0" y="3990108"/>
                    </a:lnTo>
                    <a:lnTo>
                      <a:pt x="3962" y="3990108"/>
                    </a:lnTo>
                    <a:cubicBezTo>
                      <a:pt x="68809" y="4385701"/>
                      <a:pt x="994820" y="4699464"/>
                      <a:pt x="2128057" y="4699464"/>
                    </a:cubicBezTo>
                    <a:cubicBezTo>
                      <a:pt x="3261294" y="4699464"/>
                      <a:pt x="3655295" y="4385701"/>
                      <a:pt x="3720141" y="3990108"/>
                    </a:cubicBezTo>
                    <a:lnTo>
                      <a:pt x="3724104" y="3990108"/>
                    </a:lnTo>
                    <a:lnTo>
                      <a:pt x="3724104" y="709355"/>
                    </a:lnTo>
                    <a:lnTo>
                      <a:pt x="3720141" y="709355"/>
                    </a:lnTo>
                    <a:close/>
                  </a:path>
                </a:pathLst>
              </a:custGeom>
              <a:solidFill>
                <a:srgbClr val="A4C2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5" name="자유형: 도형 89">
                <a:extLst>
                  <a:ext uri="{FF2B5EF4-FFF2-40B4-BE49-F238E27FC236}">
                    <a16:creationId xmlns:a16="http://schemas.microsoft.com/office/drawing/2014/main" id="{EB0E78C9-11CD-4A21-9CE2-C83F99F15951}"/>
                  </a:ext>
                </a:extLst>
              </p:cNvPr>
              <p:cNvSpPr/>
              <p:nvPr/>
            </p:nvSpPr>
            <p:spPr>
              <a:xfrm>
                <a:off x="3572522" y="1430105"/>
                <a:ext cx="3990117" cy="1596047"/>
              </a:xfrm>
              <a:custGeom>
                <a:avLst/>
                <a:gdLst>
                  <a:gd name="connsiteX0" fmla="*/ 3990118 w 3990117"/>
                  <a:gd name="connsiteY0" fmla="*/ 798024 h 1596047"/>
                  <a:gd name="connsiteX1" fmla="*/ 1995059 w 3990117"/>
                  <a:gd name="connsiteY1" fmla="*/ 1596047 h 1596047"/>
                  <a:gd name="connsiteX2" fmla="*/ 0 w 3990117"/>
                  <a:gd name="connsiteY2" fmla="*/ 798024 h 1596047"/>
                  <a:gd name="connsiteX3" fmla="*/ 1995059 w 3990117"/>
                  <a:gd name="connsiteY3" fmla="*/ 0 h 1596047"/>
                  <a:gd name="connsiteX4" fmla="*/ 3990118 w 3990117"/>
                  <a:gd name="connsiteY4" fmla="*/ 798024 h 1596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90117" h="1596047">
                    <a:moveTo>
                      <a:pt x="3990118" y="798024"/>
                    </a:moveTo>
                    <a:cubicBezTo>
                      <a:pt x="3990118" y="1238760"/>
                      <a:pt x="3096900" y="1596047"/>
                      <a:pt x="1995059" y="1596047"/>
                    </a:cubicBezTo>
                    <a:cubicBezTo>
                      <a:pt x="893218" y="1596047"/>
                      <a:pt x="0" y="1238760"/>
                      <a:pt x="0" y="798024"/>
                    </a:cubicBezTo>
                    <a:cubicBezTo>
                      <a:pt x="0" y="357287"/>
                      <a:pt x="893218" y="0"/>
                      <a:pt x="1995059" y="0"/>
                    </a:cubicBezTo>
                    <a:cubicBezTo>
                      <a:pt x="3096900" y="0"/>
                      <a:pt x="3990118" y="357287"/>
                      <a:pt x="3990118" y="798024"/>
                    </a:cubicBezTo>
                    <a:close/>
                  </a:path>
                </a:pathLst>
              </a:custGeom>
              <a:solidFill>
                <a:srgbClr val="A4C2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94" name="자유형: 도형 82">
              <a:extLst>
                <a:ext uri="{FF2B5EF4-FFF2-40B4-BE49-F238E27FC236}">
                  <a16:creationId xmlns:a16="http://schemas.microsoft.com/office/drawing/2014/main" id="{CE94974F-634B-42CA-AE52-67362966ADE4}"/>
                </a:ext>
              </a:extLst>
            </p:cNvPr>
            <p:cNvSpPr/>
            <p:nvPr/>
          </p:nvSpPr>
          <p:spPr>
            <a:xfrm>
              <a:off x="465499" y="2110628"/>
              <a:ext cx="447246" cy="96912"/>
            </a:xfrm>
            <a:custGeom>
              <a:avLst/>
              <a:gdLst>
                <a:gd name="connsiteX0" fmla="*/ 3990118 w 3990117"/>
                <a:gd name="connsiteY0" fmla="*/ 798024 h 1596047"/>
                <a:gd name="connsiteX1" fmla="*/ 1995059 w 3990117"/>
                <a:gd name="connsiteY1" fmla="*/ 1596047 h 1596047"/>
                <a:gd name="connsiteX2" fmla="*/ 0 w 3990117"/>
                <a:gd name="connsiteY2" fmla="*/ 798024 h 1596047"/>
                <a:gd name="connsiteX3" fmla="*/ 1995059 w 3990117"/>
                <a:gd name="connsiteY3" fmla="*/ 0 h 1596047"/>
                <a:gd name="connsiteX4" fmla="*/ 3990118 w 3990117"/>
                <a:gd name="connsiteY4" fmla="*/ 798024 h 1596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90117" h="1596047">
                  <a:moveTo>
                    <a:pt x="3990118" y="798024"/>
                  </a:moveTo>
                  <a:cubicBezTo>
                    <a:pt x="3990118" y="1238760"/>
                    <a:pt x="3096900" y="1596047"/>
                    <a:pt x="1995059" y="1596047"/>
                  </a:cubicBezTo>
                  <a:cubicBezTo>
                    <a:pt x="893218" y="1596047"/>
                    <a:pt x="0" y="1238760"/>
                    <a:pt x="0" y="798024"/>
                  </a:cubicBezTo>
                  <a:cubicBezTo>
                    <a:pt x="0" y="357287"/>
                    <a:pt x="893218" y="0"/>
                    <a:pt x="1995059" y="0"/>
                  </a:cubicBezTo>
                  <a:cubicBezTo>
                    <a:pt x="3096899" y="0"/>
                    <a:pt x="3990118" y="357287"/>
                    <a:pt x="3990118" y="79802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5" name="자유형: 도형 83">
              <a:extLst>
                <a:ext uri="{FF2B5EF4-FFF2-40B4-BE49-F238E27FC236}">
                  <a16:creationId xmlns:a16="http://schemas.microsoft.com/office/drawing/2014/main" id="{93EE5564-D878-4529-AADE-3DF4F28E12C0}"/>
                </a:ext>
              </a:extLst>
            </p:cNvPr>
            <p:cNvSpPr/>
            <p:nvPr/>
          </p:nvSpPr>
          <p:spPr>
            <a:xfrm>
              <a:off x="495316" y="2110628"/>
              <a:ext cx="417429" cy="96912"/>
            </a:xfrm>
            <a:custGeom>
              <a:avLst/>
              <a:gdLst>
                <a:gd name="connsiteX0" fmla="*/ 3724104 w 3724103"/>
                <a:gd name="connsiteY0" fmla="*/ 798024 h 1596047"/>
                <a:gd name="connsiteX1" fmla="*/ 1862052 w 3724103"/>
                <a:gd name="connsiteY1" fmla="*/ 1596047 h 1596047"/>
                <a:gd name="connsiteX2" fmla="*/ 0 w 3724103"/>
                <a:gd name="connsiteY2" fmla="*/ 798024 h 1596047"/>
                <a:gd name="connsiteX3" fmla="*/ 1862052 w 3724103"/>
                <a:gd name="connsiteY3" fmla="*/ 0 h 1596047"/>
                <a:gd name="connsiteX4" fmla="*/ 3724104 w 3724103"/>
                <a:gd name="connsiteY4" fmla="*/ 798024 h 1596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4103" h="1596047">
                  <a:moveTo>
                    <a:pt x="3724104" y="798024"/>
                  </a:moveTo>
                  <a:cubicBezTo>
                    <a:pt x="3724104" y="1238760"/>
                    <a:pt x="2890435" y="1596047"/>
                    <a:pt x="1862052" y="1596047"/>
                  </a:cubicBezTo>
                  <a:cubicBezTo>
                    <a:pt x="833669" y="1596047"/>
                    <a:pt x="0" y="1238760"/>
                    <a:pt x="0" y="798024"/>
                  </a:cubicBezTo>
                  <a:cubicBezTo>
                    <a:pt x="0" y="357287"/>
                    <a:pt x="833669" y="0"/>
                    <a:pt x="1862052" y="0"/>
                  </a:cubicBezTo>
                  <a:cubicBezTo>
                    <a:pt x="2890435" y="0"/>
                    <a:pt x="3724104" y="357287"/>
                    <a:pt x="3724104" y="798024"/>
                  </a:cubicBezTo>
                  <a:close/>
                </a:path>
              </a:pathLst>
            </a:custGeom>
            <a:solidFill>
              <a:srgbClr val="D4E1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96" name="그래픽 4">
              <a:extLst>
                <a:ext uri="{FF2B5EF4-FFF2-40B4-BE49-F238E27FC236}">
                  <a16:creationId xmlns:a16="http://schemas.microsoft.com/office/drawing/2014/main" id="{6FF2B611-ABBC-4897-B8AE-8AA7B80780A7}"/>
                </a:ext>
              </a:extLst>
            </p:cNvPr>
            <p:cNvGrpSpPr/>
            <p:nvPr/>
          </p:nvGrpSpPr>
          <p:grpSpPr>
            <a:xfrm>
              <a:off x="455561" y="2105244"/>
              <a:ext cx="496940" cy="296119"/>
              <a:chOff x="3129181" y="1341437"/>
              <a:chExt cx="4433459" cy="4876800"/>
            </a:xfrm>
            <a:solidFill>
              <a:srgbClr val="428DFF"/>
            </a:solidFill>
          </p:grpSpPr>
          <p:sp>
            <p:nvSpPr>
              <p:cNvPr id="97" name="자유형: 도형 85">
                <a:extLst>
                  <a:ext uri="{FF2B5EF4-FFF2-40B4-BE49-F238E27FC236}">
                    <a16:creationId xmlns:a16="http://schemas.microsoft.com/office/drawing/2014/main" id="{CEEC7262-27E5-4462-B21E-93D85562B095}"/>
                  </a:ext>
                </a:extLst>
              </p:cNvPr>
              <p:cNvSpPr/>
              <p:nvPr/>
            </p:nvSpPr>
            <p:spPr>
              <a:xfrm>
                <a:off x="3129181" y="1341437"/>
                <a:ext cx="4433459" cy="4876800"/>
              </a:xfrm>
              <a:custGeom>
                <a:avLst/>
                <a:gdLst>
                  <a:gd name="connsiteX0" fmla="*/ 2216725 w 4433459"/>
                  <a:gd name="connsiteY0" fmla="*/ 4876800 h 4876800"/>
                  <a:gd name="connsiteX1" fmla="*/ 10392 w 4433459"/>
                  <a:gd name="connsiteY1" fmla="*/ 4118782 h 4876800"/>
                  <a:gd name="connsiteX2" fmla="*/ 0 w 4433459"/>
                  <a:gd name="connsiteY2" fmla="*/ 4078776 h 4876800"/>
                  <a:gd name="connsiteX3" fmla="*/ 0 w 4433459"/>
                  <a:gd name="connsiteY3" fmla="*/ 798024 h 4876800"/>
                  <a:gd name="connsiteX4" fmla="*/ 11087 w 4433459"/>
                  <a:gd name="connsiteY4" fmla="*/ 755075 h 4876800"/>
                  <a:gd name="connsiteX5" fmla="*/ 2216725 w 4433459"/>
                  <a:gd name="connsiteY5" fmla="*/ 0 h 4876800"/>
                  <a:gd name="connsiteX6" fmla="*/ 4422372 w 4433459"/>
                  <a:gd name="connsiteY6" fmla="*/ 755075 h 4876800"/>
                  <a:gd name="connsiteX7" fmla="*/ 4433459 w 4433459"/>
                  <a:gd name="connsiteY7" fmla="*/ 798024 h 4876800"/>
                  <a:gd name="connsiteX8" fmla="*/ 4433459 w 4433459"/>
                  <a:gd name="connsiteY8" fmla="*/ 4078776 h 4876800"/>
                  <a:gd name="connsiteX9" fmla="*/ 4422372 w 4433459"/>
                  <a:gd name="connsiteY9" fmla="*/ 4121725 h 4876800"/>
                  <a:gd name="connsiteX10" fmla="*/ 2216725 w 4433459"/>
                  <a:gd name="connsiteY10" fmla="*/ 4876800 h 4876800"/>
                  <a:gd name="connsiteX11" fmla="*/ 177337 w 4433459"/>
                  <a:gd name="connsiteY11" fmla="*/ 4052802 h 4876800"/>
                  <a:gd name="connsiteX12" fmla="*/ 180194 w 4433459"/>
                  <a:gd name="connsiteY12" fmla="*/ 4064403 h 4876800"/>
                  <a:gd name="connsiteX13" fmla="*/ 2216725 w 4433459"/>
                  <a:gd name="connsiteY13" fmla="*/ 4699464 h 4876800"/>
                  <a:gd name="connsiteX14" fmla="*/ 4253256 w 4433459"/>
                  <a:gd name="connsiteY14" fmla="*/ 4064403 h 4876800"/>
                  <a:gd name="connsiteX15" fmla="*/ 4256114 w 4433459"/>
                  <a:gd name="connsiteY15" fmla="*/ 4052450 h 4876800"/>
                  <a:gd name="connsiteX16" fmla="*/ 4256114 w 4433459"/>
                  <a:gd name="connsiteY16" fmla="*/ 823998 h 4876800"/>
                  <a:gd name="connsiteX17" fmla="*/ 4253256 w 4433459"/>
                  <a:gd name="connsiteY17" fmla="*/ 812311 h 4876800"/>
                  <a:gd name="connsiteX18" fmla="*/ 2216725 w 4433459"/>
                  <a:gd name="connsiteY18" fmla="*/ 177336 h 4876800"/>
                  <a:gd name="connsiteX19" fmla="*/ 180194 w 4433459"/>
                  <a:gd name="connsiteY19" fmla="*/ 812311 h 4876800"/>
                  <a:gd name="connsiteX20" fmla="*/ 177337 w 4433459"/>
                  <a:gd name="connsiteY20" fmla="*/ 824351 h 4876800"/>
                  <a:gd name="connsiteX21" fmla="*/ 177337 w 4433459"/>
                  <a:gd name="connsiteY21" fmla="*/ 4052802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59" h="4876800">
                    <a:moveTo>
                      <a:pt x="2216725" y="4876800"/>
                    </a:moveTo>
                    <a:cubicBezTo>
                      <a:pt x="1051989" y="4876800"/>
                      <a:pt x="115081" y="4552779"/>
                      <a:pt x="10392" y="4118782"/>
                    </a:cubicBezTo>
                    <a:cubicBezTo>
                      <a:pt x="3620" y="4106532"/>
                      <a:pt x="38" y="4092769"/>
                      <a:pt x="0" y="4078776"/>
                    </a:cubicBezTo>
                    <a:lnTo>
                      <a:pt x="0" y="798024"/>
                    </a:lnTo>
                    <a:cubicBezTo>
                      <a:pt x="-38" y="782993"/>
                      <a:pt x="3772" y="768210"/>
                      <a:pt x="11087" y="755075"/>
                    </a:cubicBezTo>
                    <a:cubicBezTo>
                      <a:pt x="119149" y="322640"/>
                      <a:pt x="1054504" y="0"/>
                      <a:pt x="2216725" y="0"/>
                    </a:cubicBezTo>
                    <a:cubicBezTo>
                      <a:pt x="3378947" y="0"/>
                      <a:pt x="4314302" y="322640"/>
                      <a:pt x="4422372" y="755075"/>
                    </a:cubicBezTo>
                    <a:cubicBezTo>
                      <a:pt x="4429678" y="768210"/>
                      <a:pt x="4433497" y="782993"/>
                      <a:pt x="4433459" y="798024"/>
                    </a:cubicBezTo>
                    <a:lnTo>
                      <a:pt x="4433459" y="4078776"/>
                    </a:lnTo>
                    <a:cubicBezTo>
                      <a:pt x="4433497" y="4093807"/>
                      <a:pt x="4429688" y="4108590"/>
                      <a:pt x="4422372" y="4121725"/>
                    </a:cubicBezTo>
                    <a:cubicBezTo>
                      <a:pt x="4314216" y="4554160"/>
                      <a:pt x="3378861" y="4876800"/>
                      <a:pt x="2216725" y="4876800"/>
                    </a:cubicBezTo>
                    <a:close/>
                    <a:moveTo>
                      <a:pt x="177337" y="4052802"/>
                    </a:moveTo>
                    <a:cubicBezTo>
                      <a:pt x="178565" y="4056593"/>
                      <a:pt x="179518" y="4060479"/>
                      <a:pt x="180194" y="4064403"/>
                    </a:cubicBezTo>
                    <a:cubicBezTo>
                      <a:pt x="230420" y="4371108"/>
                      <a:pt x="1060828" y="4699464"/>
                      <a:pt x="2216725" y="4699464"/>
                    </a:cubicBezTo>
                    <a:cubicBezTo>
                      <a:pt x="3372622" y="4699464"/>
                      <a:pt x="4203031" y="4371108"/>
                      <a:pt x="4253256" y="4064403"/>
                    </a:cubicBezTo>
                    <a:cubicBezTo>
                      <a:pt x="4253942" y="4060365"/>
                      <a:pt x="4254894" y="4056364"/>
                      <a:pt x="4256114" y="4052450"/>
                    </a:cubicBezTo>
                    <a:lnTo>
                      <a:pt x="4256114" y="823998"/>
                    </a:lnTo>
                    <a:cubicBezTo>
                      <a:pt x="4254885" y="820169"/>
                      <a:pt x="4253932" y="816264"/>
                      <a:pt x="4253256" y="812311"/>
                    </a:cubicBezTo>
                    <a:cubicBezTo>
                      <a:pt x="4203116" y="505692"/>
                      <a:pt x="3372803" y="177336"/>
                      <a:pt x="2216725" y="177336"/>
                    </a:cubicBezTo>
                    <a:cubicBezTo>
                      <a:pt x="1060647" y="177336"/>
                      <a:pt x="230334" y="505692"/>
                      <a:pt x="180194" y="812311"/>
                    </a:cubicBezTo>
                    <a:cubicBezTo>
                      <a:pt x="179518" y="816388"/>
                      <a:pt x="178565" y="820407"/>
                      <a:pt x="177337" y="824351"/>
                    </a:cubicBezTo>
                    <a:lnTo>
                      <a:pt x="177337" y="4052802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98" name="자유형: 도형 86">
                <a:extLst>
                  <a:ext uri="{FF2B5EF4-FFF2-40B4-BE49-F238E27FC236}">
                    <a16:creationId xmlns:a16="http://schemas.microsoft.com/office/drawing/2014/main" id="{E65E109C-2662-47F1-BB80-A06280E41792}"/>
                  </a:ext>
                </a:extLst>
              </p:cNvPr>
              <p:cNvSpPr/>
              <p:nvPr/>
            </p:nvSpPr>
            <p:spPr>
              <a:xfrm>
                <a:off x="3129181" y="3292157"/>
                <a:ext cx="4433449" cy="2039388"/>
              </a:xfrm>
              <a:custGeom>
                <a:avLst/>
                <a:gdLst>
                  <a:gd name="connsiteX0" fmla="*/ 2216725 w 4433449"/>
                  <a:gd name="connsiteY0" fmla="*/ 2039388 h 2039388"/>
                  <a:gd name="connsiteX1" fmla="*/ 10392 w 4433449"/>
                  <a:gd name="connsiteY1" fmla="*/ 1281370 h 2039388"/>
                  <a:gd name="connsiteX2" fmla="*/ 0 w 4433449"/>
                  <a:gd name="connsiteY2" fmla="*/ 1241365 h 2039388"/>
                  <a:gd name="connsiteX3" fmla="*/ 0 w 4433449"/>
                  <a:gd name="connsiteY3" fmla="*/ 88668 h 2039388"/>
                  <a:gd name="connsiteX4" fmla="*/ 88668 w 4433449"/>
                  <a:gd name="connsiteY4" fmla="*/ 0 h 2039388"/>
                  <a:gd name="connsiteX5" fmla="*/ 177336 w 4433449"/>
                  <a:gd name="connsiteY5" fmla="*/ 88668 h 2039388"/>
                  <a:gd name="connsiteX6" fmla="*/ 2216725 w 4433449"/>
                  <a:gd name="connsiteY6" fmla="*/ 798024 h 2039388"/>
                  <a:gd name="connsiteX7" fmla="*/ 4256113 w 4433449"/>
                  <a:gd name="connsiteY7" fmla="*/ 88668 h 2039388"/>
                  <a:gd name="connsiteX8" fmla="*/ 4344781 w 4433449"/>
                  <a:gd name="connsiteY8" fmla="*/ 0 h 2039388"/>
                  <a:gd name="connsiteX9" fmla="*/ 4433449 w 4433449"/>
                  <a:gd name="connsiteY9" fmla="*/ 88668 h 2039388"/>
                  <a:gd name="connsiteX10" fmla="*/ 4433449 w 4433449"/>
                  <a:gd name="connsiteY10" fmla="*/ 1241365 h 2039388"/>
                  <a:gd name="connsiteX11" fmla="*/ 4422362 w 4433449"/>
                  <a:gd name="connsiteY11" fmla="*/ 1284313 h 2039388"/>
                  <a:gd name="connsiteX12" fmla="*/ 2216725 w 4433449"/>
                  <a:gd name="connsiteY12" fmla="*/ 2039388 h 2039388"/>
                  <a:gd name="connsiteX13" fmla="*/ 177336 w 4433449"/>
                  <a:gd name="connsiteY13" fmla="*/ 1215390 h 2039388"/>
                  <a:gd name="connsiteX14" fmla="*/ 180194 w 4433449"/>
                  <a:gd name="connsiteY14" fmla="*/ 1226992 h 2039388"/>
                  <a:gd name="connsiteX15" fmla="*/ 2216725 w 4433449"/>
                  <a:gd name="connsiteY15" fmla="*/ 1862052 h 2039388"/>
                  <a:gd name="connsiteX16" fmla="*/ 4253256 w 4433449"/>
                  <a:gd name="connsiteY16" fmla="*/ 1226992 h 2039388"/>
                  <a:gd name="connsiteX17" fmla="*/ 4256113 w 4433449"/>
                  <a:gd name="connsiteY17" fmla="*/ 1215038 h 2039388"/>
                  <a:gd name="connsiteX18" fmla="*/ 4256113 w 4433449"/>
                  <a:gd name="connsiteY18" fmla="*/ 436159 h 2039388"/>
                  <a:gd name="connsiteX19" fmla="*/ 2216725 w 4433449"/>
                  <a:gd name="connsiteY19" fmla="*/ 975360 h 2039388"/>
                  <a:gd name="connsiteX20" fmla="*/ 177336 w 4433449"/>
                  <a:gd name="connsiteY20" fmla="*/ 436159 h 2039388"/>
                  <a:gd name="connsiteX21" fmla="*/ 177336 w 4433449"/>
                  <a:gd name="connsiteY21" fmla="*/ 1215390 h 203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49" h="2039388">
                    <a:moveTo>
                      <a:pt x="2216725" y="2039388"/>
                    </a:moveTo>
                    <a:cubicBezTo>
                      <a:pt x="1051989" y="2039388"/>
                      <a:pt x="115081" y="1715367"/>
                      <a:pt x="10392" y="1281370"/>
                    </a:cubicBezTo>
                    <a:cubicBezTo>
                      <a:pt x="3619" y="1269120"/>
                      <a:pt x="38" y="1255366"/>
                      <a:pt x="0" y="1241365"/>
                    </a:cubicBezTo>
                    <a:lnTo>
                      <a:pt x="0" y="88668"/>
                    </a:lnTo>
                    <a:cubicBezTo>
                      <a:pt x="0" y="39700"/>
                      <a:pt x="39700" y="0"/>
                      <a:pt x="88668" y="0"/>
                    </a:cubicBezTo>
                    <a:cubicBezTo>
                      <a:pt x="137636" y="0"/>
                      <a:pt x="177336" y="39700"/>
                      <a:pt x="177336" y="88668"/>
                    </a:cubicBezTo>
                    <a:cubicBezTo>
                      <a:pt x="177336" y="423520"/>
                      <a:pt x="1049484" y="798024"/>
                      <a:pt x="2216725" y="798024"/>
                    </a:cubicBezTo>
                    <a:cubicBezTo>
                      <a:pt x="3383966" y="798024"/>
                      <a:pt x="4256113" y="423520"/>
                      <a:pt x="4256113" y="88668"/>
                    </a:cubicBezTo>
                    <a:cubicBezTo>
                      <a:pt x="4256113" y="39700"/>
                      <a:pt x="4295813" y="0"/>
                      <a:pt x="4344781" y="0"/>
                    </a:cubicBezTo>
                    <a:cubicBezTo>
                      <a:pt x="4393749" y="0"/>
                      <a:pt x="4433449" y="39700"/>
                      <a:pt x="4433449" y="88668"/>
                    </a:cubicBezTo>
                    <a:lnTo>
                      <a:pt x="4433449" y="1241365"/>
                    </a:lnTo>
                    <a:cubicBezTo>
                      <a:pt x="4433488" y="1256395"/>
                      <a:pt x="4429678" y="1271178"/>
                      <a:pt x="4422362" y="1284313"/>
                    </a:cubicBezTo>
                    <a:cubicBezTo>
                      <a:pt x="4314216" y="1716748"/>
                      <a:pt x="3378861" y="2039388"/>
                      <a:pt x="2216725" y="2039388"/>
                    </a:cubicBezTo>
                    <a:close/>
                    <a:moveTo>
                      <a:pt x="177336" y="1215390"/>
                    </a:moveTo>
                    <a:cubicBezTo>
                      <a:pt x="178565" y="1219181"/>
                      <a:pt x="179518" y="1223067"/>
                      <a:pt x="180194" y="1226992"/>
                    </a:cubicBezTo>
                    <a:cubicBezTo>
                      <a:pt x="230419" y="1533696"/>
                      <a:pt x="1060828" y="1862052"/>
                      <a:pt x="2216725" y="1862052"/>
                    </a:cubicBezTo>
                    <a:cubicBezTo>
                      <a:pt x="3372622" y="1862052"/>
                      <a:pt x="4203030" y="1533696"/>
                      <a:pt x="4253256" y="1226992"/>
                    </a:cubicBezTo>
                    <a:cubicBezTo>
                      <a:pt x="4253942" y="1222953"/>
                      <a:pt x="4254894" y="1218952"/>
                      <a:pt x="4256113" y="1215038"/>
                    </a:cubicBezTo>
                    <a:lnTo>
                      <a:pt x="4256113" y="436159"/>
                    </a:lnTo>
                    <a:cubicBezTo>
                      <a:pt x="3917547" y="752818"/>
                      <a:pt x="3130868" y="975360"/>
                      <a:pt x="2216725" y="975360"/>
                    </a:cubicBezTo>
                    <a:cubicBezTo>
                      <a:pt x="1302582" y="975360"/>
                      <a:pt x="515903" y="752818"/>
                      <a:pt x="177336" y="436159"/>
                    </a:cubicBezTo>
                    <a:lnTo>
                      <a:pt x="177336" y="1215390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03" name="자유형: 도형 87">
                <a:extLst>
                  <a:ext uri="{FF2B5EF4-FFF2-40B4-BE49-F238E27FC236}">
                    <a16:creationId xmlns:a16="http://schemas.microsoft.com/office/drawing/2014/main" id="{1CE07A5C-E594-4704-B491-F9846A4E03DF}"/>
                  </a:ext>
                </a:extLst>
              </p:cNvPr>
              <p:cNvSpPr/>
              <p:nvPr/>
            </p:nvSpPr>
            <p:spPr>
              <a:xfrm>
                <a:off x="3129181" y="2228128"/>
                <a:ext cx="4433449" cy="2039388"/>
              </a:xfrm>
              <a:custGeom>
                <a:avLst/>
                <a:gdLst>
                  <a:gd name="connsiteX0" fmla="*/ 2216725 w 4433449"/>
                  <a:gd name="connsiteY0" fmla="*/ 2039388 h 2039388"/>
                  <a:gd name="connsiteX1" fmla="*/ 10392 w 4433449"/>
                  <a:gd name="connsiteY1" fmla="*/ 1281370 h 2039388"/>
                  <a:gd name="connsiteX2" fmla="*/ 0 w 4433449"/>
                  <a:gd name="connsiteY2" fmla="*/ 1241365 h 2039388"/>
                  <a:gd name="connsiteX3" fmla="*/ 0 w 4433449"/>
                  <a:gd name="connsiteY3" fmla="*/ 88668 h 2039388"/>
                  <a:gd name="connsiteX4" fmla="*/ 88668 w 4433449"/>
                  <a:gd name="connsiteY4" fmla="*/ 0 h 2039388"/>
                  <a:gd name="connsiteX5" fmla="*/ 177336 w 4433449"/>
                  <a:gd name="connsiteY5" fmla="*/ 88668 h 2039388"/>
                  <a:gd name="connsiteX6" fmla="*/ 2216725 w 4433449"/>
                  <a:gd name="connsiteY6" fmla="*/ 798024 h 2039388"/>
                  <a:gd name="connsiteX7" fmla="*/ 4256113 w 4433449"/>
                  <a:gd name="connsiteY7" fmla="*/ 88668 h 2039388"/>
                  <a:gd name="connsiteX8" fmla="*/ 4344781 w 4433449"/>
                  <a:gd name="connsiteY8" fmla="*/ 0 h 2039388"/>
                  <a:gd name="connsiteX9" fmla="*/ 4433449 w 4433449"/>
                  <a:gd name="connsiteY9" fmla="*/ 88668 h 2039388"/>
                  <a:gd name="connsiteX10" fmla="*/ 4433449 w 4433449"/>
                  <a:gd name="connsiteY10" fmla="*/ 1241365 h 2039388"/>
                  <a:gd name="connsiteX11" fmla="*/ 4422362 w 4433449"/>
                  <a:gd name="connsiteY11" fmla="*/ 1284313 h 2039388"/>
                  <a:gd name="connsiteX12" fmla="*/ 2216725 w 4433449"/>
                  <a:gd name="connsiteY12" fmla="*/ 2039388 h 2039388"/>
                  <a:gd name="connsiteX13" fmla="*/ 177336 w 4433449"/>
                  <a:gd name="connsiteY13" fmla="*/ 1215390 h 2039388"/>
                  <a:gd name="connsiteX14" fmla="*/ 180194 w 4433449"/>
                  <a:gd name="connsiteY14" fmla="*/ 1226991 h 2039388"/>
                  <a:gd name="connsiteX15" fmla="*/ 2216725 w 4433449"/>
                  <a:gd name="connsiteY15" fmla="*/ 1862052 h 2039388"/>
                  <a:gd name="connsiteX16" fmla="*/ 4253256 w 4433449"/>
                  <a:gd name="connsiteY16" fmla="*/ 1226991 h 2039388"/>
                  <a:gd name="connsiteX17" fmla="*/ 4256113 w 4433449"/>
                  <a:gd name="connsiteY17" fmla="*/ 1215038 h 2039388"/>
                  <a:gd name="connsiteX18" fmla="*/ 4256113 w 4433449"/>
                  <a:gd name="connsiteY18" fmla="*/ 436159 h 2039388"/>
                  <a:gd name="connsiteX19" fmla="*/ 2216725 w 4433449"/>
                  <a:gd name="connsiteY19" fmla="*/ 975360 h 2039388"/>
                  <a:gd name="connsiteX20" fmla="*/ 177336 w 4433449"/>
                  <a:gd name="connsiteY20" fmla="*/ 436159 h 2039388"/>
                  <a:gd name="connsiteX21" fmla="*/ 177336 w 4433449"/>
                  <a:gd name="connsiteY21" fmla="*/ 1215390 h 203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49" h="2039388">
                    <a:moveTo>
                      <a:pt x="2216725" y="2039388"/>
                    </a:moveTo>
                    <a:cubicBezTo>
                      <a:pt x="1051989" y="2039388"/>
                      <a:pt x="115081" y="1715367"/>
                      <a:pt x="10392" y="1281370"/>
                    </a:cubicBezTo>
                    <a:cubicBezTo>
                      <a:pt x="3619" y="1269121"/>
                      <a:pt x="38" y="1255366"/>
                      <a:pt x="0" y="1241365"/>
                    </a:cubicBezTo>
                    <a:lnTo>
                      <a:pt x="0" y="88668"/>
                    </a:lnTo>
                    <a:cubicBezTo>
                      <a:pt x="0" y="39700"/>
                      <a:pt x="39700" y="0"/>
                      <a:pt x="88668" y="0"/>
                    </a:cubicBezTo>
                    <a:cubicBezTo>
                      <a:pt x="137636" y="0"/>
                      <a:pt x="177336" y="39700"/>
                      <a:pt x="177336" y="88668"/>
                    </a:cubicBezTo>
                    <a:cubicBezTo>
                      <a:pt x="177336" y="423520"/>
                      <a:pt x="1049484" y="798024"/>
                      <a:pt x="2216725" y="798024"/>
                    </a:cubicBezTo>
                    <a:cubicBezTo>
                      <a:pt x="3383966" y="798024"/>
                      <a:pt x="4256113" y="423520"/>
                      <a:pt x="4256113" y="88668"/>
                    </a:cubicBezTo>
                    <a:cubicBezTo>
                      <a:pt x="4256113" y="39700"/>
                      <a:pt x="4295813" y="0"/>
                      <a:pt x="4344781" y="0"/>
                    </a:cubicBezTo>
                    <a:cubicBezTo>
                      <a:pt x="4393749" y="0"/>
                      <a:pt x="4433449" y="39700"/>
                      <a:pt x="4433449" y="88668"/>
                    </a:cubicBezTo>
                    <a:lnTo>
                      <a:pt x="4433449" y="1241365"/>
                    </a:lnTo>
                    <a:cubicBezTo>
                      <a:pt x="4433488" y="1256395"/>
                      <a:pt x="4429678" y="1271178"/>
                      <a:pt x="4422362" y="1284313"/>
                    </a:cubicBezTo>
                    <a:cubicBezTo>
                      <a:pt x="4314216" y="1716748"/>
                      <a:pt x="3378861" y="2039388"/>
                      <a:pt x="2216725" y="2039388"/>
                    </a:cubicBezTo>
                    <a:close/>
                    <a:moveTo>
                      <a:pt x="177336" y="1215390"/>
                    </a:moveTo>
                    <a:cubicBezTo>
                      <a:pt x="178565" y="1219181"/>
                      <a:pt x="179518" y="1223067"/>
                      <a:pt x="180194" y="1226991"/>
                    </a:cubicBezTo>
                    <a:cubicBezTo>
                      <a:pt x="230419" y="1533696"/>
                      <a:pt x="1060828" y="1862052"/>
                      <a:pt x="2216725" y="1862052"/>
                    </a:cubicBezTo>
                    <a:cubicBezTo>
                      <a:pt x="3372622" y="1862052"/>
                      <a:pt x="4203030" y="1533696"/>
                      <a:pt x="4253256" y="1226991"/>
                    </a:cubicBezTo>
                    <a:cubicBezTo>
                      <a:pt x="4253942" y="1222953"/>
                      <a:pt x="4254894" y="1218952"/>
                      <a:pt x="4256113" y="1215038"/>
                    </a:cubicBezTo>
                    <a:lnTo>
                      <a:pt x="4256113" y="436159"/>
                    </a:lnTo>
                    <a:cubicBezTo>
                      <a:pt x="3917547" y="752818"/>
                      <a:pt x="3130868" y="975360"/>
                      <a:pt x="2216725" y="975360"/>
                    </a:cubicBezTo>
                    <a:cubicBezTo>
                      <a:pt x="1302582" y="975360"/>
                      <a:pt x="515903" y="752818"/>
                      <a:pt x="177336" y="436159"/>
                    </a:cubicBezTo>
                    <a:lnTo>
                      <a:pt x="177336" y="1215390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8954B1AC-0084-4213-A428-9D054764D0BC}"/>
              </a:ext>
            </a:extLst>
          </p:cNvPr>
          <p:cNvSpPr/>
          <p:nvPr/>
        </p:nvSpPr>
        <p:spPr>
          <a:xfrm>
            <a:off x="1438360" y="1585058"/>
            <a:ext cx="1251213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기상</a:t>
            </a:r>
            <a:r>
              <a:rPr lang="en-US" altLang="ko-KR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장기</a:t>
            </a:r>
            <a:r>
              <a:rPr lang="en-US" altLang="ko-KR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전담 예보</a:t>
            </a:r>
          </a:p>
        </p:txBody>
      </p:sp>
      <p:grpSp>
        <p:nvGrpSpPr>
          <p:cNvPr id="107" name="그래픽 4">
            <a:extLst>
              <a:ext uri="{FF2B5EF4-FFF2-40B4-BE49-F238E27FC236}">
                <a16:creationId xmlns:a16="http://schemas.microsoft.com/office/drawing/2014/main" id="{C7F19916-988D-49F9-A7DB-D1D42D3E1E0A}"/>
              </a:ext>
            </a:extLst>
          </p:cNvPr>
          <p:cNvGrpSpPr/>
          <p:nvPr/>
        </p:nvGrpSpPr>
        <p:grpSpPr>
          <a:xfrm>
            <a:off x="932041" y="1872410"/>
            <a:ext cx="477661" cy="284631"/>
            <a:chOff x="3129181" y="1341437"/>
            <a:chExt cx="4433459" cy="4876800"/>
          </a:xfrm>
        </p:grpSpPr>
        <p:sp>
          <p:nvSpPr>
            <p:cNvPr id="108" name="자유형: 도형 92">
              <a:extLst>
                <a:ext uri="{FF2B5EF4-FFF2-40B4-BE49-F238E27FC236}">
                  <a16:creationId xmlns:a16="http://schemas.microsoft.com/office/drawing/2014/main" id="{4F724250-9981-4E1E-96D1-CADA937B7F0C}"/>
                </a:ext>
              </a:extLst>
            </p:cNvPr>
            <p:cNvSpPr/>
            <p:nvPr/>
          </p:nvSpPr>
          <p:spPr>
            <a:xfrm>
              <a:off x="3217849" y="1430105"/>
              <a:ext cx="2128056" cy="4699463"/>
            </a:xfrm>
            <a:custGeom>
              <a:avLst/>
              <a:gdLst>
                <a:gd name="connsiteX0" fmla="*/ 3962 w 2128056"/>
                <a:gd name="connsiteY0" fmla="*/ 709355 h 4699463"/>
                <a:gd name="connsiteX1" fmla="*/ 2128057 w 2128056"/>
                <a:gd name="connsiteY1" fmla="*/ 0 h 4699463"/>
                <a:gd name="connsiteX2" fmla="*/ 2128057 w 2128056"/>
                <a:gd name="connsiteY2" fmla="*/ 4699464 h 4699463"/>
                <a:gd name="connsiteX3" fmla="*/ 3962 w 2128056"/>
                <a:gd name="connsiteY3" fmla="*/ 3990108 h 4699463"/>
                <a:gd name="connsiteX4" fmla="*/ 0 w 2128056"/>
                <a:gd name="connsiteY4" fmla="*/ 3990108 h 4699463"/>
                <a:gd name="connsiteX5" fmla="*/ 0 w 2128056"/>
                <a:gd name="connsiteY5" fmla="*/ 709355 h 4699463"/>
                <a:gd name="connsiteX6" fmla="*/ 3962 w 2128056"/>
                <a:gd name="connsiteY6" fmla="*/ 709355 h 469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8056" h="4699463">
                  <a:moveTo>
                    <a:pt x="3962" y="709355"/>
                  </a:moveTo>
                  <a:cubicBezTo>
                    <a:pt x="68799" y="313744"/>
                    <a:pt x="994810" y="0"/>
                    <a:pt x="2128057" y="0"/>
                  </a:cubicBezTo>
                  <a:lnTo>
                    <a:pt x="2128057" y="4699464"/>
                  </a:lnTo>
                  <a:cubicBezTo>
                    <a:pt x="994820" y="4699464"/>
                    <a:pt x="68809" y="4385701"/>
                    <a:pt x="3962" y="3990108"/>
                  </a:cubicBezTo>
                  <a:lnTo>
                    <a:pt x="0" y="3990108"/>
                  </a:lnTo>
                  <a:lnTo>
                    <a:pt x="0" y="709355"/>
                  </a:lnTo>
                  <a:lnTo>
                    <a:pt x="3962" y="70935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9" name="자유형: 도형 93">
              <a:extLst>
                <a:ext uri="{FF2B5EF4-FFF2-40B4-BE49-F238E27FC236}">
                  <a16:creationId xmlns:a16="http://schemas.microsoft.com/office/drawing/2014/main" id="{8D547381-D235-4217-95E0-2B17DEEB91E1}"/>
                </a:ext>
              </a:extLst>
            </p:cNvPr>
            <p:cNvSpPr/>
            <p:nvPr/>
          </p:nvSpPr>
          <p:spPr>
            <a:xfrm>
              <a:off x="5345906" y="1430105"/>
              <a:ext cx="2128056" cy="4699463"/>
            </a:xfrm>
            <a:custGeom>
              <a:avLst/>
              <a:gdLst>
                <a:gd name="connsiteX0" fmla="*/ 2124094 w 2128056"/>
                <a:gd name="connsiteY0" fmla="*/ 709355 h 4699463"/>
                <a:gd name="connsiteX1" fmla="*/ 0 w 2128056"/>
                <a:gd name="connsiteY1" fmla="*/ 0 h 4699463"/>
                <a:gd name="connsiteX2" fmla="*/ 0 w 2128056"/>
                <a:gd name="connsiteY2" fmla="*/ 4699464 h 4699463"/>
                <a:gd name="connsiteX3" fmla="*/ 2124094 w 2128056"/>
                <a:gd name="connsiteY3" fmla="*/ 3990108 h 4699463"/>
                <a:gd name="connsiteX4" fmla="*/ 2128057 w 2128056"/>
                <a:gd name="connsiteY4" fmla="*/ 3990108 h 4699463"/>
                <a:gd name="connsiteX5" fmla="*/ 2128057 w 2128056"/>
                <a:gd name="connsiteY5" fmla="*/ 709355 h 4699463"/>
                <a:gd name="connsiteX6" fmla="*/ 2124094 w 2128056"/>
                <a:gd name="connsiteY6" fmla="*/ 709355 h 469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8056" h="4699463">
                  <a:moveTo>
                    <a:pt x="2124094" y="709355"/>
                  </a:moveTo>
                  <a:cubicBezTo>
                    <a:pt x="2059258" y="313744"/>
                    <a:pt x="1133247" y="0"/>
                    <a:pt x="0" y="0"/>
                  </a:cubicBezTo>
                  <a:lnTo>
                    <a:pt x="0" y="4699464"/>
                  </a:lnTo>
                  <a:cubicBezTo>
                    <a:pt x="1133237" y="4699464"/>
                    <a:pt x="2059248" y="4385701"/>
                    <a:pt x="2124094" y="3990108"/>
                  </a:cubicBezTo>
                  <a:lnTo>
                    <a:pt x="2128057" y="3990108"/>
                  </a:lnTo>
                  <a:lnTo>
                    <a:pt x="2128057" y="709355"/>
                  </a:lnTo>
                  <a:lnTo>
                    <a:pt x="2124094" y="709355"/>
                  </a:lnTo>
                  <a:close/>
                </a:path>
              </a:pathLst>
            </a:custGeom>
            <a:solidFill>
              <a:srgbClr val="7FACF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10" name="그래픽 4">
              <a:extLst>
                <a:ext uri="{FF2B5EF4-FFF2-40B4-BE49-F238E27FC236}">
                  <a16:creationId xmlns:a16="http://schemas.microsoft.com/office/drawing/2014/main" id="{9028F855-EA49-43F1-A42C-164C6BC0639F}"/>
                </a:ext>
              </a:extLst>
            </p:cNvPr>
            <p:cNvGrpSpPr/>
            <p:nvPr/>
          </p:nvGrpSpPr>
          <p:grpSpPr>
            <a:xfrm>
              <a:off x="3483854" y="1430105"/>
              <a:ext cx="4078785" cy="4699463"/>
              <a:chOff x="3483854" y="1430105"/>
              <a:chExt cx="4078785" cy="4699463"/>
            </a:xfrm>
            <a:solidFill>
              <a:srgbClr val="A4C2F7"/>
            </a:solidFill>
          </p:grpSpPr>
          <p:sp>
            <p:nvSpPr>
              <p:cNvPr id="117" name="자유형: 도형 101">
                <a:extLst>
                  <a:ext uri="{FF2B5EF4-FFF2-40B4-BE49-F238E27FC236}">
                    <a16:creationId xmlns:a16="http://schemas.microsoft.com/office/drawing/2014/main" id="{5744D548-D0CD-434A-9891-BDD994C34393}"/>
                  </a:ext>
                </a:extLst>
              </p:cNvPr>
              <p:cNvSpPr/>
              <p:nvPr/>
            </p:nvSpPr>
            <p:spPr>
              <a:xfrm>
                <a:off x="3483854" y="1430105"/>
                <a:ext cx="3724103" cy="4699463"/>
              </a:xfrm>
              <a:custGeom>
                <a:avLst/>
                <a:gdLst>
                  <a:gd name="connsiteX0" fmla="*/ 3720141 w 3724103"/>
                  <a:gd name="connsiteY0" fmla="*/ 709355 h 4699463"/>
                  <a:gd name="connsiteX1" fmla="*/ 3720141 w 3724103"/>
                  <a:gd name="connsiteY1" fmla="*/ 709355 h 4699463"/>
                  <a:gd name="connsiteX2" fmla="*/ 2128057 w 3724103"/>
                  <a:gd name="connsiteY2" fmla="*/ 0 h 4699463"/>
                  <a:gd name="connsiteX3" fmla="*/ 3962 w 3724103"/>
                  <a:gd name="connsiteY3" fmla="*/ 709355 h 4699463"/>
                  <a:gd name="connsiteX4" fmla="*/ 0 w 3724103"/>
                  <a:gd name="connsiteY4" fmla="*/ 709355 h 4699463"/>
                  <a:gd name="connsiteX5" fmla="*/ 0 w 3724103"/>
                  <a:gd name="connsiteY5" fmla="*/ 3990108 h 4699463"/>
                  <a:gd name="connsiteX6" fmla="*/ 3962 w 3724103"/>
                  <a:gd name="connsiteY6" fmla="*/ 3990108 h 4699463"/>
                  <a:gd name="connsiteX7" fmla="*/ 2128057 w 3724103"/>
                  <a:gd name="connsiteY7" fmla="*/ 4699464 h 4699463"/>
                  <a:gd name="connsiteX8" fmla="*/ 3720141 w 3724103"/>
                  <a:gd name="connsiteY8" fmla="*/ 3990108 h 4699463"/>
                  <a:gd name="connsiteX9" fmla="*/ 3724104 w 3724103"/>
                  <a:gd name="connsiteY9" fmla="*/ 3990108 h 4699463"/>
                  <a:gd name="connsiteX10" fmla="*/ 3724104 w 3724103"/>
                  <a:gd name="connsiteY10" fmla="*/ 709355 h 4699463"/>
                  <a:gd name="connsiteX11" fmla="*/ 3720141 w 3724103"/>
                  <a:gd name="connsiteY11" fmla="*/ 709355 h 4699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724103" h="4699463">
                    <a:moveTo>
                      <a:pt x="3720141" y="709355"/>
                    </a:moveTo>
                    <a:lnTo>
                      <a:pt x="3720141" y="709355"/>
                    </a:lnTo>
                    <a:cubicBezTo>
                      <a:pt x="3655305" y="313744"/>
                      <a:pt x="3261303" y="0"/>
                      <a:pt x="2128057" y="0"/>
                    </a:cubicBezTo>
                    <a:cubicBezTo>
                      <a:pt x="994810" y="0"/>
                      <a:pt x="68799" y="313744"/>
                      <a:pt x="3962" y="709355"/>
                    </a:cubicBezTo>
                    <a:lnTo>
                      <a:pt x="0" y="709355"/>
                    </a:lnTo>
                    <a:lnTo>
                      <a:pt x="0" y="3990108"/>
                    </a:lnTo>
                    <a:lnTo>
                      <a:pt x="3962" y="3990108"/>
                    </a:lnTo>
                    <a:cubicBezTo>
                      <a:pt x="68809" y="4385701"/>
                      <a:pt x="994820" y="4699464"/>
                      <a:pt x="2128057" y="4699464"/>
                    </a:cubicBezTo>
                    <a:cubicBezTo>
                      <a:pt x="3261294" y="4699464"/>
                      <a:pt x="3655295" y="4385701"/>
                      <a:pt x="3720141" y="3990108"/>
                    </a:cubicBezTo>
                    <a:lnTo>
                      <a:pt x="3724104" y="3990108"/>
                    </a:lnTo>
                    <a:lnTo>
                      <a:pt x="3724104" y="709355"/>
                    </a:lnTo>
                    <a:lnTo>
                      <a:pt x="3720141" y="709355"/>
                    </a:lnTo>
                    <a:close/>
                  </a:path>
                </a:pathLst>
              </a:custGeom>
              <a:solidFill>
                <a:srgbClr val="A4C2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8" name="자유형: 도형 102">
                <a:extLst>
                  <a:ext uri="{FF2B5EF4-FFF2-40B4-BE49-F238E27FC236}">
                    <a16:creationId xmlns:a16="http://schemas.microsoft.com/office/drawing/2014/main" id="{82DC2D60-2926-4E3D-B325-547F30CCF10E}"/>
                  </a:ext>
                </a:extLst>
              </p:cNvPr>
              <p:cNvSpPr/>
              <p:nvPr/>
            </p:nvSpPr>
            <p:spPr>
              <a:xfrm>
                <a:off x="3572522" y="1430105"/>
                <a:ext cx="3990117" cy="1596047"/>
              </a:xfrm>
              <a:custGeom>
                <a:avLst/>
                <a:gdLst>
                  <a:gd name="connsiteX0" fmla="*/ 3990118 w 3990117"/>
                  <a:gd name="connsiteY0" fmla="*/ 798024 h 1596047"/>
                  <a:gd name="connsiteX1" fmla="*/ 1995059 w 3990117"/>
                  <a:gd name="connsiteY1" fmla="*/ 1596047 h 1596047"/>
                  <a:gd name="connsiteX2" fmla="*/ 0 w 3990117"/>
                  <a:gd name="connsiteY2" fmla="*/ 798024 h 1596047"/>
                  <a:gd name="connsiteX3" fmla="*/ 1995059 w 3990117"/>
                  <a:gd name="connsiteY3" fmla="*/ 0 h 1596047"/>
                  <a:gd name="connsiteX4" fmla="*/ 3990118 w 3990117"/>
                  <a:gd name="connsiteY4" fmla="*/ 798024 h 1596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90117" h="1596047">
                    <a:moveTo>
                      <a:pt x="3990118" y="798024"/>
                    </a:moveTo>
                    <a:cubicBezTo>
                      <a:pt x="3990118" y="1238760"/>
                      <a:pt x="3096900" y="1596047"/>
                      <a:pt x="1995059" y="1596047"/>
                    </a:cubicBezTo>
                    <a:cubicBezTo>
                      <a:pt x="893218" y="1596047"/>
                      <a:pt x="0" y="1238760"/>
                      <a:pt x="0" y="798024"/>
                    </a:cubicBezTo>
                    <a:cubicBezTo>
                      <a:pt x="0" y="357287"/>
                      <a:pt x="893218" y="0"/>
                      <a:pt x="1995059" y="0"/>
                    </a:cubicBezTo>
                    <a:cubicBezTo>
                      <a:pt x="3096900" y="0"/>
                      <a:pt x="3990118" y="357287"/>
                      <a:pt x="3990118" y="798024"/>
                    </a:cubicBezTo>
                    <a:close/>
                  </a:path>
                </a:pathLst>
              </a:custGeom>
              <a:solidFill>
                <a:srgbClr val="A4C2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111" name="자유형: 도형 95">
              <a:extLst>
                <a:ext uri="{FF2B5EF4-FFF2-40B4-BE49-F238E27FC236}">
                  <a16:creationId xmlns:a16="http://schemas.microsoft.com/office/drawing/2014/main" id="{EBF5ABC6-31D8-4385-8B9A-D21B20B963B4}"/>
                </a:ext>
              </a:extLst>
            </p:cNvPr>
            <p:cNvSpPr/>
            <p:nvPr/>
          </p:nvSpPr>
          <p:spPr>
            <a:xfrm>
              <a:off x="3217840" y="1430105"/>
              <a:ext cx="3990117" cy="1596047"/>
            </a:xfrm>
            <a:custGeom>
              <a:avLst/>
              <a:gdLst>
                <a:gd name="connsiteX0" fmla="*/ 3990118 w 3990117"/>
                <a:gd name="connsiteY0" fmla="*/ 798024 h 1596047"/>
                <a:gd name="connsiteX1" fmla="*/ 1995059 w 3990117"/>
                <a:gd name="connsiteY1" fmla="*/ 1596047 h 1596047"/>
                <a:gd name="connsiteX2" fmla="*/ 0 w 3990117"/>
                <a:gd name="connsiteY2" fmla="*/ 798024 h 1596047"/>
                <a:gd name="connsiteX3" fmla="*/ 1995059 w 3990117"/>
                <a:gd name="connsiteY3" fmla="*/ 0 h 1596047"/>
                <a:gd name="connsiteX4" fmla="*/ 3990118 w 3990117"/>
                <a:gd name="connsiteY4" fmla="*/ 798024 h 1596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90117" h="1596047">
                  <a:moveTo>
                    <a:pt x="3990118" y="798024"/>
                  </a:moveTo>
                  <a:cubicBezTo>
                    <a:pt x="3990118" y="1238760"/>
                    <a:pt x="3096900" y="1596047"/>
                    <a:pt x="1995059" y="1596047"/>
                  </a:cubicBezTo>
                  <a:cubicBezTo>
                    <a:pt x="893218" y="1596047"/>
                    <a:pt x="0" y="1238760"/>
                    <a:pt x="0" y="798024"/>
                  </a:cubicBezTo>
                  <a:cubicBezTo>
                    <a:pt x="0" y="357287"/>
                    <a:pt x="893218" y="0"/>
                    <a:pt x="1995059" y="0"/>
                  </a:cubicBezTo>
                  <a:cubicBezTo>
                    <a:pt x="3096899" y="0"/>
                    <a:pt x="3990118" y="357287"/>
                    <a:pt x="3990118" y="79802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2" name="자유형: 도형 96">
              <a:extLst>
                <a:ext uri="{FF2B5EF4-FFF2-40B4-BE49-F238E27FC236}">
                  <a16:creationId xmlns:a16="http://schemas.microsoft.com/office/drawing/2014/main" id="{A54299AA-EE18-4D4A-A9DE-A934FE831104}"/>
                </a:ext>
              </a:extLst>
            </p:cNvPr>
            <p:cNvSpPr/>
            <p:nvPr/>
          </p:nvSpPr>
          <p:spPr>
            <a:xfrm>
              <a:off x="3483854" y="1430105"/>
              <a:ext cx="3724103" cy="1596047"/>
            </a:xfrm>
            <a:custGeom>
              <a:avLst/>
              <a:gdLst>
                <a:gd name="connsiteX0" fmla="*/ 3724104 w 3724103"/>
                <a:gd name="connsiteY0" fmla="*/ 798024 h 1596047"/>
                <a:gd name="connsiteX1" fmla="*/ 1862052 w 3724103"/>
                <a:gd name="connsiteY1" fmla="*/ 1596047 h 1596047"/>
                <a:gd name="connsiteX2" fmla="*/ 0 w 3724103"/>
                <a:gd name="connsiteY2" fmla="*/ 798024 h 1596047"/>
                <a:gd name="connsiteX3" fmla="*/ 1862052 w 3724103"/>
                <a:gd name="connsiteY3" fmla="*/ 0 h 1596047"/>
                <a:gd name="connsiteX4" fmla="*/ 3724104 w 3724103"/>
                <a:gd name="connsiteY4" fmla="*/ 798024 h 1596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4103" h="1596047">
                  <a:moveTo>
                    <a:pt x="3724104" y="798024"/>
                  </a:moveTo>
                  <a:cubicBezTo>
                    <a:pt x="3724104" y="1238760"/>
                    <a:pt x="2890435" y="1596047"/>
                    <a:pt x="1862052" y="1596047"/>
                  </a:cubicBezTo>
                  <a:cubicBezTo>
                    <a:pt x="833669" y="1596047"/>
                    <a:pt x="0" y="1238760"/>
                    <a:pt x="0" y="798024"/>
                  </a:cubicBezTo>
                  <a:cubicBezTo>
                    <a:pt x="0" y="357287"/>
                    <a:pt x="833669" y="0"/>
                    <a:pt x="1862052" y="0"/>
                  </a:cubicBezTo>
                  <a:cubicBezTo>
                    <a:pt x="2890435" y="0"/>
                    <a:pt x="3724104" y="357287"/>
                    <a:pt x="3724104" y="798024"/>
                  </a:cubicBezTo>
                  <a:close/>
                </a:path>
              </a:pathLst>
            </a:custGeom>
            <a:solidFill>
              <a:srgbClr val="D4E1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13" name="그래픽 4">
              <a:extLst>
                <a:ext uri="{FF2B5EF4-FFF2-40B4-BE49-F238E27FC236}">
                  <a16:creationId xmlns:a16="http://schemas.microsoft.com/office/drawing/2014/main" id="{98C20157-23AA-4C64-A7C3-F09641D03662}"/>
                </a:ext>
              </a:extLst>
            </p:cNvPr>
            <p:cNvGrpSpPr/>
            <p:nvPr/>
          </p:nvGrpSpPr>
          <p:grpSpPr>
            <a:xfrm>
              <a:off x="3129181" y="1341437"/>
              <a:ext cx="4433459" cy="4876800"/>
              <a:chOff x="3129181" y="1341437"/>
              <a:chExt cx="4433459" cy="4876800"/>
            </a:xfrm>
            <a:solidFill>
              <a:srgbClr val="428DFF"/>
            </a:solidFill>
          </p:grpSpPr>
          <p:sp>
            <p:nvSpPr>
              <p:cNvPr id="114" name="자유형: 도형 98">
                <a:extLst>
                  <a:ext uri="{FF2B5EF4-FFF2-40B4-BE49-F238E27FC236}">
                    <a16:creationId xmlns:a16="http://schemas.microsoft.com/office/drawing/2014/main" id="{942E439D-93AD-4734-B148-B8BF7A6E98D7}"/>
                  </a:ext>
                </a:extLst>
              </p:cNvPr>
              <p:cNvSpPr/>
              <p:nvPr/>
            </p:nvSpPr>
            <p:spPr>
              <a:xfrm>
                <a:off x="3129181" y="1341437"/>
                <a:ext cx="4433459" cy="4876800"/>
              </a:xfrm>
              <a:custGeom>
                <a:avLst/>
                <a:gdLst>
                  <a:gd name="connsiteX0" fmla="*/ 2216725 w 4433459"/>
                  <a:gd name="connsiteY0" fmla="*/ 4876800 h 4876800"/>
                  <a:gd name="connsiteX1" fmla="*/ 10392 w 4433459"/>
                  <a:gd name="connsiteY1" fmla="*/ 4118782 h 4876800"/>
                  <a:gd name="connsiteX2" fmla="*/ 0 w 4433459"/>
                  <a:gd name="connsiteY2" fmla="*/ 4078776 h 4876800"/>
                  <a:gd name="connsiteX3" fmla="*/ 0 w 4433459"/>
                  <a:gd name="connsiteY3" fmla="*/ 798024 h 4876800"/>
                  <a:gd name="connsiteX4" fmla="*/ 11087 w 4433459"/>
                  <a:gd name="connsiteY4" fmla="*/ 755075 h 4876800"/>
                  <a:gd name="connsiteX5" fmla="*/ 2216725 w 4433459"/>
                  <a:gd name="connsiteY5" fmla="*/ 0 h 4876800"/>
                  <a:gd name="connsiteX6" fmla="*/ 4422372 w 4433459"/>
                  <a:gd name="connsiteY6" fmla="*/ 755075 h 4876800"/>
                  <a:gd name="connsiteX7" fmla="*/ 4433459 w 4433459"/>
                  <a:gd name="connsiteY7" fmla="*/ 798024 h 4876800"/>
                  <a:gd name="connsiteX8" fmla="*/ 4433459 w 4433459"/>
                  <a:gd name="connsiteY8" fmla="*/ 4078776 h 4876800"/>
                  <a:gd name="connsiteX9" fmla="*/ 4422372 w 4433459"/>
                  <a:gd name="connsiteY9" fmla="*/ 4121725 h 4876800"/>
                  <a:gd name="connsiteX10" fmla="*/ 2216725 w 4433459"/>
                  <a:gd name="connsiteY10" fmla="*/ 4876800 h 4876800"/>
                  <a:gd name="connsiteX11" fmla="*/ 177337 w 4433459"/>
                  <a:gd name="connsiteY11" fmla="*/ 4052802 h 4876800"/>
                  <a:gd name="connsiteX12" fmla="*/ 180194 w 4433459"/>
                  <a:gd name="connsiteY12" fmla="*/ 4064403 h 4876800"/>
                  <a:gd name="connsiteX13" fmla="*/ 2216725 w 4433459"/>
                  <a:gd name="connsiteY13" fmla="*/ 4699464 h 4876800"/>
                  <a:gd name="connsiteX14" fmla="*/ 4253256 w 4433459"/>
                  <a:gd name="connsiteY14" fmla="*/ 4064403 h 4876800"/>
                  <a:gd name="connsiteX15" fmla="*/ 4256114 w 4433459"/>
                  <a:gd name="connsiteY15" fmla="*/ 4052450 h 4876800"/>
                  <a:gd name="connsiteX16" fmla="*/ 4256114 w 4433459"/>
                  <a:gd name="connsiteY16" fmla="*/ 823998 h 4876800"/>
                  <a:gd name="connsiteX17" fmla="*/ 4253256 w 4433459"/>
                  <a:gd name="connsiteY17" fmla="*/ 812311 h 4876800"/>
                  <a:gd name="connsiteX18" fmla="*/ 2216725 w 4433459"/>
                  <a:gd name="connsiteY18" fmla="*/ 177336 h 4876800"/>
                  <a:gd name="connsiteX19" fmla="*/ 180194 w 4433459"/>
                  <a:gd name="connsiteY19" fmla="*/ 812311 h 4876800"/>
                  <a:gd name="connsiteX20" fmla="*/ 177337 w 4433459"/>
                  <a:gd name="connsiteY20" fmla="*/ 824351 h 4876800"/>
                  <a:gd name="connsiteX21" fmla="*/ 177337 w 4433459"/>
                  <a:gd name="connsiteY21" fmla="*/ 4052802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59" h="4876800">
                    <a:moveTo>
                      <a:pt x="2216725" y="4876800"/>
                    </a:moveTo>
                    <a:cubicBezTo>
                      <a:pt x="1051989" y="4876800"/>
                      <a:pt x="115081" y="4552779"/>
                      <a:pt x="10392" y="4118782"/>
                    </a:cubicBezTo>
                    <a:cubicBezTo>
                      <a:pt x="3620" y="4106532"/>
                      <a:pt x="38" y="4092769"/>
                      <a:pt x="0" y="4078776"/>
                    </a:cubicBezTo>
                    <a:lnTo>
                      <a:pt x="0" y="798024"/>
                    </a:lnTo>
                    <a:cubicBezTo>
                      <a:pt x="-38" y="782993"/>
                      <a:pt x="3772" y="768210"/>
                      <a:pt x="11087" y="755075"/>
                    </a:cubicBezTo>
                    <a:cubicBezTo>
                      <a:pt x="119149" y="322640"/>
                      <a:pt x="1054504" y="0"/>
                      <a:pt x="2216725" y="0"/>
                    </a:cubicBezTo>
                    <a:cubicBezTo>
                      <a:pt x="3378947" y="0"/>
                      <a:pt x="4314302" y="322640"/>
                      <a:pt x="4422372" y="755075"/>
                    </a:cubicBezTo>
                    <a:cubicBezTo>
                      <a:pt x="4429678" y="768210"/>
                      <a:pt x="4433497" y="782993"/>
                      <a:pt x="4433459" y="798024"/>
                    </a:cubicBezTo>
                    <a:lnTo>
                      <a:pt x="4433459" y="4078776"/>
                    </a:lnTo>
                    <a:cubicBezTo>
                      <a:pt x="4433497" y="4093807"/>
                      <a:pt x="4429688" y="4108590"/>
                      <a:pt x="4422372" y="4121725"/>
                    </a:cubicBezTo>
                    <a:cubicBezTo>
                      <a:pt x="4314216" y="4554160"/>
                      <a:pt x="3378861" y="4876800"/>
                      <a:pt x="2216725" y="4876800"/>
                    </a:cubicBezTo>
                    <a:close/>
                    <a:moveTo>
                      <a:pt x="177337" y="4052802"/>
                    </a:moveTo>
                    <a:cubicBezTo>
                      <a:pt x="178565" y="4056593"/>
                      <a:pt x="179518" y="4060479"/>
                      <a:pt x="180194" y="4064403"/>
                    </a:cubicBezTo>
                    <a:cubicBezTo>
                      <a:pt x="230420" y="4371108"/>
                      <a:pt x="1060828" y="4699464"/>
                      <a:pt x="2216725" y="4699464"/>
                    </a:cubicBezTo>
                    <a:cubicBezTo>
                      <a:pt x="3372622" y="4699464"/>
                      <a:pt x="4203031" y="4371108"/>
                      <a:pt x="4253256" y="4064403"/>
                    </a:cubicBezTo>
                    <a:cubicBezTo>
                      <a:pt x="4253942" y="4060365"/>
                      <a:pt x="4254894" y="4056364"/>
                      <a:pt x="4256114" y="4052450"/>
                    </a:cubicBezTo>
                    <a:lnTo>
                      <a:pt x="4256114" y="823998"/>
                    </a:lnTo>
                    <a:cubicBezTo>
                      <a:pt x="4254885" y="820169"/>
                      <a:pt x="4253932" y="816264"/>
                      <a:pt x="4253256" y="812311"/>
                    </a:cubicBezTo>
                    <a:cubicBezTo>
                      <a:pt x="4203116" y="505692"/>
                      <a:pt x="3372803" y="177336"/>
                      <a:pt x="2216725" y="177336"/>
                    </a:cubicBezTo>
                    <a:cubicBezTo>
                      <a:pt x="1060647" y="177336"/>
                      <a:pt x="230334" y="505692"/>
                      <a:pt x="180194" y="812311"/>
                    </a:cubicBezTo>
                    <a:cubicBezTo>
                      <a:pt x="179518" y="816388"/>
                      <a:pt x="178565" y="820407"/>
                      <a:pt x="177337" y="824351"/>
                    </a:cubicBezTo>
                    <a:lnTo>
                      <a:pt x="177337" y="4052802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5" name="자유형: 도형 99">
                <a:extLst>
                  <a:ext uri="{FF2B5EF4-FFF2-40B4-BE49-F238E27FC236}">
                    <a16:creationId xmlns:a16="http://schemas.microsoft.com/office/drawing/2014/main" id="{3CD32E01-E047-4BE0-AEC3-690732E8548A}"/>
                  </a:ext>
                </a:extLst>
              </p:cNvPr>
              <p:cNvSpPr/>
              <p:nvPr/>
            </p:nvSpPr>
            <p:spPr>
              <a:xfrm>
                <a:off x="3129181" y="3292157"/>
                <a:ext cx="4433449" cy="2039388"/>
              </a:xfrm>
              <a:custGeom>
                <a:avLst/>
                <a:gdLst>
                  <a:gd name="connsiteX0" fmla="*/ 2216725 w 4433449"/>
                  <a:gd name="connsiteY0" fmla="*/ 2039388 h 2039388"/>
                  <a:gd name="connsiteX1" fmla="*/ 10392 w 4433449"/>
                  <a:gd name="connsiteY1" fmla="*/ 1281370 h 2039388"/>
                  <a:gd name="connsiteX2" fmla="*/ 0 w 4433449"/>
                  <a:gd name="connsiteY2" fmla="*/ 1241365 h 2039388"/>
                  <a:gd name="connsiteX3" fmla="*/ 0 w 4433449"/>
                  <a:gd name="connsiteY3" fmla="*/ 88668 h 2039388"/>
                  <a:gd name="connsiteX4" fmla="*/ 88668 w 4433449"/>
                  <a:gd name="connsiteY4" fmla="*/ 0 h 2039388"/>
                  <a:gd name="connsiteX5" fmla="*/ 177336 w 4433449"/>
                  <a:gd name="connsiteY5" fmla="*/ 88668 h 2039388"/>
                  <a:gd name="connsiteX6" fmla="*/ 2216725 w 4433449"/>
                  <a:gd name="connsiteY6" fmla="*/ 798024 h 2039388"/>
                  <a:gd name="connsiteX7" fmla="*/ 4256113 w 4433449"/>
                  <a:gd name="connsiteY7" fmla="*/ 88668 h 2039388"/>
                  <a:gd name="connsiteX8" fmla="*/ 4344781 w 4433449"/>
                  <a:gd name="connsiteY8" fmla="*/ 0 h 2039388"/>
                  <a:gd name="connsiteX9" fmla="*/ 4433449 w 4433449"/>
                  <a:gd name="connsiteY9" fmla="*/ 88668 h 2039388"/>
                  <a:gd name="connsiteX10" fmla="*/ 4433449 w 4433449"/>
                  <a:gd name="connsiteY10" fmla="*/ 1241365 h 2039388"/>
                  <a:gd name="connsiteX11" fmla="*/ 4422362 w 4433449"/>
                  <a:gd name="connsiteY11" fmla="*/ 1284313 h 2039388"/>
                  <a:gd name="connsiteX12" fmla="*/ 2216725 w 4433449"/>
                  <a:gd name="connsiteY12" fmla="*/ 2039388 h 2039388"/>
                  <a:gd name="connsiteX13" fmla="*/ 177336 w 4433449"/>
                  <a:gd name="connsiteY13" fmla="*/ 1215390 h 2039388"/>
                  <a:gd name="connsiteX14" fmla="*/ 180194 w 4433449"/>
                  <a:gd name="connsiteY14" fmla="*/ 1226992 h 2039388"/>
                  <a:gd name="connsiteX15" fmla="*/ 2216725 w 4433449"/>
                  <a:gd name="connsiteY15" fmla="*/ 1862052 h 2039388"/>
                  <a:gd name="connsiteX16" fmla="*/ 4253256 w 4433449"/>
                  <a:gd name="connsiteY16" fmla="*/ 1226992 h 2039388"/>
                  <a:gd name="connsiteX17" fmla="*/ 4256113 w 4433449"/>
                  <a:gd name="connsiteY17" fmla="*/ 1215038 h 2039388"/>
                  <a:gd name="connsiteX18" fmla="*/ 4256113 w 4433449"/>
                  <a:gd name="connsiteY18" fmla="*/ 436159 h 2039388"/>
                  <a:gd name="connsiteX19" fmla="*/ 2216725 w 4433449"/>
                  <a:gd name="connsiteY19" fmla="*/ 975360 h 2039388"/>
                  <a:gd name="connsiteX20" fmla="*/ 177336 w 4433449"/>
                  <a:gd name="connsiteY20" fmla="*/ 436159 h 2039388"/>
                  <a:gd name="connsiteX21" fmla="*/ 177336 w 4433449"/>
                  <a:gd name="connsiteY21" fmla="*/ 1215390 h 203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49" h="2039388">
                    <a:moveTo>
                      <a:pt x="2216725" y="2039388"/>
                    </a:moveTo>
                    <a:cubicBezTo>
                      <a:pt x="1051989" y="2039388"/>
                      <a:pt x="115081" y="1715367"/>
                      <a:pt x="10392" y="1281370"/>
                    </a:cubicBezTo>
                    <a:cubicBezTo>
                      <a:pt x="3619" y="1269120"/>
                      <a:pt x="38" y="1255366"/>
                      <a:pt x="0" y="1241365"/>
                    </a:cubicBezTo>
                    <a:lnTo>
                      <a:pt x="0" y="88668"/>
                    </a:lnTo>
                    <a:cubicBezTo>
                      <a:pt x="0" y="39700"/>
                      <a:pt x="39700" y="0"/>
                      <a:pt x="88668" y="0"/>
                    </a:cubicBezTo>
                    <a:cubicBezTo>
                      <a:pt x="137636" y="0"/>
                      <a:pt x="177336" y="39700"/>
                      <a:pt x="177336" y="88668"/>
                    </a:cubicBezTo>
                    <a:cubicBezTo>
                      <a:pt x="177336" y="423520"/>
                      <a:pt x="1049484" y="798024"/>
                      <a:pt x="2216725" y="798024"/>
                    </a:cubicBezTo>
                    <a:cubicBezTo>
                      <a:pt x="3383966" y="798024"/>
                      <a:pt x="4256113" y="423520"/>
                      <a:pt x="4256113" y="88668"/>
                    </a:cubicBezTo>
                    <a:cubicBezTo>
                      <a:pt x="4256113" y="39700"/>
                      <a:pt x="4295813" y="0"/>
                      <a:pt x="4344781" y="0"/>
                    </a:cubicBezTo>
                    <a:cubicBezTo>
                      <a:pt x="4393749" y="0"/>
                      <a:pt x="4433449" y="39700"/>
                      <a:pt x="4433449" y="88668"/>
                    </a:cubicBezTo>
                    <a:lnTo>
                      <a:pt x="4433449" y="1241365"/>
                    </a:lnTo>
                    <a:cubicBezTo>
                      <a:pt x="4433488" y="1256395"/>
                      <a:pt x="4429678" y="1271178"/>
                      <a:pt x="4422362" y="1284313"/>
                    </a:cubicBezTo>
                    <a:cubicBezTo>
                      <a:pt x="4314216" y="1716748"/>
                      <a:pt x="3378861" y="2039388"/>
                      <a:pt x="2216725" y="2039388"/>
                    </a:cubicBezTo>
                    <a:close/>
                    <a:moveTo>
                      <a:pt x="177336" y="1215390"/>
                    </a:moveTo>
                    <a:cubicBezTo>
                      <a:pt x="178565" y="1219181"/>
                      <a:pt x="179518" y="1223067"/>
                      <a:pt x="180194" y="1226992"/>
                    </a:cubicBezTo>
                    <a:cubicBezTo>
                      <a:pt x="230419" y="1533696"/>
                      <a:pt x="1060828" y="1862052"/>
                      <a:pt x="2216725" y="1862052"/>
                    </a:cubicBezTo>
                    <a:cubicBezTo>
                      <a:pt x="3372622" y="1862052"/>
                      <a:pt x="4203030" y="1533696"/>
                      <a:pt x="4253256" y="1226992"/>
                    </a:cubicBezTo>
                    <a:cubicBezTo>
                      <a:pt x="4253942" y="1222953"/>
                      <a:pt x="4254894" y="1218952"/>
                      <a:pt x="4256113" y="1215038"/>
                    </a:cubicBezTo>
                    <a:lnTo>
                      <a:pt x="4256113" y="436159"/>
                    </a:lnTo>
                    <a:cubicBezTo>
                      <a:pt x="3917547" y="752818"/>
                      <a:pt x="3130868" y="975360"/>
                      <a:pt x="2216725" y="975360"/>
                    </a:cubicBezTo>
                    <a:cubicBezTo>
                      <a:pt x="1302582" y="975360"/>
                      <a:pt x="515903" y="752818"/>
                      <a:pt x="177336" y="436159"/>
                    </a:cubicBezTo>
                    <a:lnTo>
                      <a:pt x="177336" y="1215390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6" name="자유형: 도형 100">
                <a:extLst>
                  <a:ext uri="{FF2B5EF4-FFF2-40B4-BE49-F238E27FC236}">
                    <a16:creationId xmlns:a16="http://schemas.microsoft.com/office/drawing/2014/main" id="{883FE7FE-0974-4250-A460-9E3C66CF644F}"/>
                  </a:ext>
                </a:extLst>
              </p:cNvPr>
              <p:cNvSpPr/>
              <p:nvPr/>
            </p:nvSpPr>
            <p:spPr>
              <a:xfrm>
                <a:off x="3129181" y="2228128"/>
                <a:ext cx="4433449" cy="2039388"/>
              </a:xfrm>
              <a:custGeom>
                <a:avLst/>
                <a:gdLst>
                  <a:gd name="connsiteX0" fmla="*/ 2216725 w 4433449"/>
                  <a:gd name="connsiteY0" fmla="*/ 2039388 h 2039388"/>
                  <a:gd name="connsiteX1" fmla="*/ 10392 w 4433449"/>
                  <a:gd name="connsiteY1" fmla="*/ 1281370 h 2039388"/>
                  <a:gd name="connsiteX2" fmla="*/ 0 w 4433449"/>
                  <a:gd name="connsiteY2" fmla="*/ 1241365 h 2039388"/>
                  <a:gd name="connsiteX3" fmla="*/ 0 w 4433449"/>
                  <a:gd name="connsiteY3" fmla="*/ 88668 h 2039388"/>
                  <a:gd name="connsiteX4" fmla="*/ 88668 w 4433449"/>
                  <a:gd name="connsiteY4" fmla="*/ 0 h 2039388"/>
                  <a:gd name="connsiteX5" fmla="*/ 177336 w 4433449"/>
                  <a:gd name="connsiteY5" fmla="*/ 88668 h 2039388"/>
                  <a:gd name="connsiteX6" fmla="*/ 2216725 w 4433449"/>
                  <a:gd name="connsiteY6" fmla="*/ 798024 h 2039388"/>
                  <a:gd name="connsiteX7" fmla="*/ 4256113 w 4433449"/>
                  <a:gd name="connsiteY7" fmla="*/ 88668 h 2039388"/>
                  <a:gd name="connsiteX8" fmla="*/ 4344781 w 4433449"/>
                  <a:gd name="connsiteY8" fmla="*/ 0 h 2039388"/>
                  <a:gd name="connsiteX9" fmla="*/ 4433449 w 4433449"/>
                  <a:gd name="connsiteY9" fmla="*/ 88668 h 2039388"/>
                  <a:gd name="connsiteX10" fmla="*/ 4433449 w 4433449"/>
                  <a:gd name="connsiteY10" fmla="*/ 1241365 h 2039388"/>
                  <a:gd name="connsiteX11" fmla="*/ 4422362 w 4433449"/>
                  <a:gd name="connsiteY11" fmla="*/ 1284313 h 2039388"/>
                  <a:gd name="connsiteX12" fmla="*/ 2216725 w 4433449"/>
                  <a:gd name="connsiteY12" fmla="*/ 2039388 h 2039388"/>
                  <a:gd name="connsiteX13" fmla="*/ 177336 w 4433449"/>
                  <a:gd name="connsiteY13" fmla="*/ 1215390 h 2039388"/>
                  <a:gd name="connsiteX14" fmla="*/ 180194 w 4433449"/>
                  <a:gd name="connsiteY14" fmla="*/ 1226991 h 2039388"/>
                  <a:gd name="connsiteX15" fmla="*/ 2216725 w 4433449"/>
                  <a:gd name="connsiteY15" fmla="*/ 1862052 h 2039388"/>
                  <a:gd name="connsiteX16" fmla="*/ 4253256 w 4433449"/>
                  <a:gd name="connsiteY16" fmla="*/ 1226991 h 2039388"/>
                  <a:gd name="connsiteX17" fmla="*/ 4256113 w 4433449"/>
                  <a:gd name="connsiteY17" fmla="*/ 1215038 h 2039388"/>
                  <a:gd name="connsiteX18" fmla="*/ 4256113 w 4433449"/>
                  <a:gd name="connsiteY18" fmla="*/ 436159 h 2039388"/>
                  <a:gd name="connsiteX19" fmla="*/ 2216725 w 4433449"/>
                  <a:gd name="connsiteY19" fmla="*/ 975360 h 2039388"/>
                  <a:gd name="connsiteX20" fmla="*/ 177336 w 4433449"/>
                  <a:gd name="connsiteY20" fmla="*/ 436159 h 2039388"/>
                  <a:gd name="connsiteX21" fmla="*/ 177336 w 4433449"/>
                  <a:gd name="connsiteY21" fmla="*/ 1215390 h 203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49" h="2039388">
                    <a:moveTo>
                      <a:pt x="2216725" y="2039388"/>
                    </a:moveTo>
                    <a:cubicBezTo>
                      <a:pt x="1051989" y="2039388"/>
                      <a:pt x="115081" y="1715367"/>
                      <a:pt x="10392" y="1281370"/>
                    </a:cubicBezTo>
                    <a:cubicBezTo>
                      <a:pt x="3619" y="1269121"/>
                      <a:pt x="38" y="1255366"/>
                      <a:pt x="0" y="1241365"/>
                    </a:cubicBezTo>
                    <a:lnTo>
                      <a:pt x="0" y="88668"/>
                    </a:lnTo>
                    <a:cubicBezTo>
                      <a:pt x="0" y="39700"/>
                      <a:pt x="39700" y="0"/>
                      <a:pt x="88668" y="0"/>
                    </a:cubicBezTo>
                    <a:cubicBezTo>
                      <a:pt x="137636" y="0"/>
                      <a:pt x="177336" y="39700"/>
                      <a:pt x="177336" y="88668"/>
                    </a:cubicBezTo>
                    <a:cubicBezTo>
                      <a:pt x="177336" y="423520"/>
                      <a:pt x="1049484" y="798024"/>
                      <a:pt x="2216725" y="798024"/>
                    </a:cubicBezTo>
                    <a:cubicBezTo>
                      <a:pt x="3383966" y="798024"/>
                      <a:pt x="4256113" y="423520"/>
                      <a:pt x="4256113" y="88668"/>
                    </a:cubicBezTo>
                    <a:cubicBezTo>
                      <a:pt x="4256113" y="39700"/>
                      <a:pt x="4295813" y="0"/>
                      <a:pt x="4344781" y="0"/>
                    </a:cubicBezTo>
                    <a:cubicBezTo>
                      <a:pt x="4393749" y="0"/>
                      <a:pt x="4433449" y="39700"/>
                      <a:pt x="4433449" y="88668"/>
                    </a:cubicBezTo>
                    <a:lnTo>
                      <a:pt x="4433449" y="1241365"/>
                    </a:lnTo>
                    <a:cubicBezTo>
                      <a:pt x="4433488" y="1256395"/>
                      <a:pt x="4429678" y="1271178"/>
                      <a:pt x="4422362" y="1284313"/>
                    </a:cubicBezTo>
                    <a:cubicBezTo>
                      <a:pt x="4314216" y="1716748"/>
                      <a:pt x="3378861" y="2039388"/>
                      <a:pt x="2216725" y="2039388"/>
                    </a:cubicBezTo>
                    <a:close/>
                    <a:moveTo>
                      <a:pt x="177336" y="1215390"/>
                    </a:moveTo>
                    <a:cubicBezTo>
                      <a:pt x="178565" y="1219181"/>
                      <a:pt x="179518" y="1223067"/>
                      <a:pt x="180194" y="1226991"/>
                    </a:cubicBezTo>
                    <a:cubicBezTo>
                      <a:pt x="230419" y="1533696"/>
                      <a:pt x="1060828" y="1862052"/>
                      <a:pt x="2216725" y="1862052"/>
                    </a:cubicBezTo>
                    <a:cubicBezTo>
                      <a:pt x="3372622" y="1862052"/>
                      <a:pt x="4203030" y="1533696"/>
                      <a:pt x="4253256" y="1226991"/>
                    </a:cubicBezTo>
                    <a:cubicBezTo>
                      <a:pt x="4253942" y="1222953"/>
                      <a:pt x="4254894" y="1218952"/>
                      <a:pt x="4256113" y="1215038"/>
                    </a:cubicBezTo>
                    <a:lnTo>
                      <a:pt x="4256113" y="436159"/>
                    </a:lnTo>
                    <a:cubicBezTo>
                      <a:pt x="3917547" y="752818"/>
                      <a:pt x="3130868" y="975360"/>
                      <a:pt x="2216725" y="975360"/>
                    </a:cubicBezTo>
                    <a:cubicBezTo>
                      <a:pt x="1302582" y="975360"/>
                      <a:pt x="515903" y="752818"/>
                      <a:pt x="177336" y="436159"/>
                    </a:cubicBezTo>
                    <a:lnTo>
                      <a:pt x="177336" y="1215390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B1EE0A25-C550-4ABA-B35D-70539AD9B102}"/>
              </a:ext>
            </a:extLst>
          </p:cNvPr>
          <p:cNvSpPr/>
          <p:nvPr/>
        </p:nvSpPr>
        <p:spPr>
          <a:xfrm>
            <a:off x="1438360" y="1895320"/>
            <a:ext cx="1251213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육상</a:t>
            </a:r>
            <a:r>
              <a:rPr lang="en-US" altLang="ko-KR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해상 실황</a:t>
            </a:r>
          </a:p>
        </p:txBody>
      </p:sp>
      <p:grpSp>
        <p:nvGrpSpPr>
          <p:cNvPr id="120" name="그래픽 4">
            <a:extLst>
              <a:ext uri="{FF2B5EF4-FFF2-40B4-BE49-F238E27FC236}">
                <a16:creationId xmlns:a16="http://schemas.microsoft.com/office/drawing/2014/main" id="{CA77F9A7-702E-493F-8CA2-DDCE5C0AE108}"/>
              </a:ext>
            </a:extLst>
          </p:cNvPr>
          <p:cNvGrpSpPr/>
          <p:nvPr/>
        </p:nvGrpSpPr>
        <p:grpSpPr>
          <a:xfrm>
            <a:off x="932041" y="2182672"/>
            <a:ext cx="477661" cy="284631"/>
            <a:chOff x="3129181" y="1341437"/>
            <a:chExt cx="4433459" cy="4876800"/>
          </a:xfrm>
        </p:grpSpPr>
        <p:sp>
          <p:nvSpPr>
            <p:cNvPr id="121" name="자유형: 도형 105">
              <a:extLst>
                <a:ext uri="{FF2B5EF4-FFF2-40B4-BE49-F238E27FC236}">
                  <a16:creationId xmlns:a16="http://schemas.microsoft.com/office/drawing/2014/main" id="{442D3EB5-0BC7-49F3-83EF-8F53D604523B}"/>
                </a:ext>
              </a:extLst>
            </p:cNvPr>
            <p:cNvSpPr/>
            <p:nvPr/>
          </p:nvSpPr>
          <p:spPr>
            <a:xfrm>
              <a:off x="3217849" y="1430105"/>
              <a:ext cx="2128056" cy="4699463"/>
            </a:xfrm>
            <a:custGeom>
              <a:avLst/>
              <a:gdLst>
                <a:gd name="connsiteX0" fmla="*/ 3962 w 2128056"/>
                <a:gd name="connsiteY0" fmla="*/ 709355 h 4699463"/>
                <a:gd name="connsiteX1" fmla="*/ 2128057 w 2128056"/>
                <a:gd name="connsiteY1" fmla="*/ 0 h 4699463"/>
                <a:gd name="connsiteX2" fmla="*/ 2128057 w 2128056"/>
                <a:gd name="connsiteY2" fmla="*/ 4699464 h 4699463"/>
                <a:gd name="connsiteX3" fmla="*/ 3962 w 2128056"/>
                <a:gd name="connsiteY3" fmla="*/ 3990108 h 4699463"/>
                <a:gd name="connsiteX4" fmla="*/ 0 w 2128056"/>
                <a:gd name="connsiteY4" fmla="*/ 3990108 h 4699463"/>
                <a:gd name="connsiteX5" fmla="*/ 0 w 2128056"/>
                <a:gd name="connsiteY5" fmla="*/ 709355 h 4699463"/>
                <a:gd name="connsiteX6" fmla="*/ 3962 w 2128056"/>
                <a:gd name="connsiteY6" fmla="*/ 709355 h 469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8056" h="4699463">
                  <a:moveTo>
                    <a:pt x="3962" y="709355"/>
                  </a:moveTo>
                  <a:cubicBezTo>
                    <a:pt x="68799" y="313744"/>
                    <a:pt x="994810" y="0"/>
                    <a:pt x="2128057" y="0"/>
                  </a:cubicBezTo>
                  <a:lnTo>
                    <a:pt x="2128057" y="4699464"/>
                  </a:lnTo>
                  <a:cubicBezTo>
                    <a:pt x="994820" y="4699464"/>
                    <a:pt x="68809" y="4385701"/>
                    <a:pt x="3962" y="3990108"/>
                  </a:cubicBezTo>
                  <a:lnTo>
                    <a:pt x="0" y="3990108"/>
                  </a:lnTo>
                  <a:lnTo>
                    <a:pt x="0" y="709355"/>
                  </a:lnTo>
                  <a:lnTo>
                    <a:pt x="3962" y="70935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2" name="자유형: 도형 106">
              <a:extLst>
                <a:ext uri="{FF2B5EF4-FFF2-40B4-BE49-F238E27FC236}">
                  <a16:creationId xmlns:a16="http://schemas.microsoft.com/office/drawing/2014/main" id="{FFBF153F-8411-4712-9B40-D736B07D941E}"/>
                </a:ext>
              </a:extLst>
            </p:cNvPr>
            <p:cNvSpPr/>
            <p:nvPr/>
          </p:nvSpPr>
          <p:spPr>
            <a:xfrm>
              <a:off x="5345906" y="1430105"/>
              <a:ext cx="2128056" cy="4699463"/>
            </a:xfrm>
            <a:custGeom>
              <a:avLst/>
              <a:gdLst>
                <a:gd name="connsiteX0" fmla="*/ 2124094 w 2128056"/>
                <a:gd name="connsiteY0" fmla="*/ 709355 h 4699463"/>
                <a:gd name="connsiteX1" fmla="*/ 0 w 2128056"/>
                <a:gd name="connsiteY1" fmla="*/ 0 h 4699463"/>
                <a:gd name="connsiteX2" fmla="*/ 0 w 2128056"/>
                <a:gd name="connsiteY2" fmla="*/ 4699464 h 4699463"/>
                <a:gd name="connsiteX3" fmla="*/ 2124094 w 2128056"/>
                <a:gd name="connsiteY3" fmla="*/ 3990108 h 4699463"/>
                <a:gd name="connsiteX4" fmla="*/ 2128057 w 2128056"/>
                <a:gd name="connsiteY4" fmla="*/ 3990108 h 4699463"/>
                <a:gd name="connsiteX5" fmla="*/ 2128057 w 2128056"/>
                <a:gd name="connsiteY5" fmla="*/ 709355 h 4699463"/>
                <a:gd name="connsiteX6" fmla="*/ 2124094 w 2128056"/>
                <a:gd name="connsiteY6" fmla="*/ 709355 h 469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8056" h="4699463">
                  <a:moveTo>
                    <a:pt x="2124094" y="709355"/>
                  </a:moveTo>
                  <a:cubicBezTo>
                    <a:pt x="2059258" y="313744"/>
                    <a:pt x="1133247" y="0"/>
                    <a:pt x="0" y="0"/>
                  </a:cubicBezTo>
                  <a:lnTo>
                    <a:pt x="0" y="4699464"/>
                  </a:lnTo>
                  <a:cubicBezTo>
                    <a:pt x="1133237" y="4699464"/>
                    <a:pt x="2059248" y="4385701"/>
                    <a:pt x="2124094" y="3990108"/>
                  </a:cubicBezTo>
                  <a:lnTo>
                    <a:pt x="2128057" y="3990108"/>
                  </a:lnTo>
                  <a:lnTo>
                    <a:pt x="2128057" y="709355"/>
                  </a:lnTo>
                  <a:lnTo>
                    <a:pt x="2124094" y="709355"/>
                  </a:lnTo>
                  <a:close/>
                </a:path>
              </a:pathLst>
            </a:custGeom>
            <a:solidFill>
              <a:srgbClr val="7FACF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23" name="그래픽 4">
              <a:extLst>
                <a:ext uri="{FF2B5EF4-FFF2-40B4-BE49-F238E27FC236}">
                  <a16:creationId xmlns:a16="http://schemas.microsoft.com/office/drawing/2014/main" id="{F42D3A0F-02E5-4868-8812-09735D9B78E7}"/>
                </a:ext>
              </a:extLst>
            </p:cNvPr>
            <p:cNvGrpSpPr/>
            <p:nvPr/>
          </p:nvGrpSpPr>
          <p:grpSpPr>
            <a:xfrm>
              <a:off x="3483854" y="1430105"/>
              <a:ext cx="4078785" cy="4699463"/>
              <a:chOff x="3483854" y="1430105"/>
              <a:chExt cx="4078785" cy="4699463"/>
            </a:xfrm>
            <a:solidFill>
              <a:srgbClr val="A4C2F7"/>
            </a:solidFill>
          </p:grpSpPr>
          <p:sp>
            <p:nvSpPr>
              <p:cNvPr id="130" name="자유형: 도형 114">
                <a:extLst>
                  <a:ext uri="{FF2B5EF4-FFF2-40B4-BE49-F238E27FC236}">
                    <a16:creationId xmlns:a16="http://schemas.microsoft.com/office/drawing/2014/main" id="{50819215-64B4-40A7-B246-323C9ADFCFA5}"/>
                  </a:ext>
                </a:extLst>
              </p:cNvPr>
              <p:cNvSpPr/>
              <p:nvPr/>
            </p:nvSpPr>
            <p:spPr>
              <a:xfrm>
                <a:off x="3483854" y="1430105"/>
                <a:ext cx="3724103" cy="4699463"/>
              </a:xfrm>
              <a:custGeom>
                <a:avLst/>
                <a:gdLst>
                  <a:gd name="connsiteX0" fmla="*/ 3720141 w 3724103"/>
                  <a:gd name="connsiteY0" fmla="*/ 709355 h 4699463"/>
                  <a:gd name="connsiteX1" fmla="*/ 3720141 w 3724103"/>
                  <a:gd name="connsiteY1" fmla="*/ 709355 h 4699463"/>
                  <a:gd name="connsiteX2" fmla="*/ 2128057 w 3724103"/>
                  <a:gd name="connsiteY2" fmla="*/ 0 h 4699463"/>
                  <a:gd name="connsiteX3" fmla="*/ 3962 w 3724103"/>
                  <a:gd name="connsiteY3" fmla="*/ 709355 h 4699463"/>
                  <a:gd name="connsiteX4" fmla="*/ 0 w 3724103"/>
                  <a:gd name="connsiteY4" fmla="*/ 709355 h 4699463"/>
                  <a:gd name="connsiteX5" fmla="*/ 0 w 3724103"/>
                  <a:gd name="connsiteY5" fmla="*/ 3990108 h 4699463"/>
                  <a:gd name="connsiteX6" fmla="*/ 3962 w 3724103"/>
                  <a:gd name="connsiteY6" fmla="*/ 3990108 h 4699463"/>
                  <a:gd name="connsiteX7" fmla="*/ 2128057 w 3724103"/>
                  <a:gd name="connsiteY7" fmla="*/ 4699464 h 4699463"/>
                  <a:gd name="connsiteX8" fmla="*/ 3720141 w 3724103"/>
                  <a:gd name="connsiteY8" fmla="*/ 3990108 h 4699463"/>
                  <a:gd name="connsiteX9" fmla="*/ 3724104 w 3724103"/>
                  <a:gd name="connsiteY9" fmla="*/ 3990108 h 4699463"/>
                  <a:gd name="connsiteX10" fmla="*/ 3724104 w 3724103"/>
                  <a:gd name="connsiteY10" fmla="*/ 709355 h 4699463"/>
                  <a:gd name="connsiteX11" fmla="*/ 3720141 w 3724103"/>
                  <a:gd name="connsiteY11" fmla="*/ 709355 h 46994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724103" h="4699463">
                    <a:moveTo>
                      <a:pt x="3720141" y="709355"/>
                    </a:moveTo>
                    <a:lnTo>
                      <a:pt x="3720141" y="709355"/>
                    </a:lnTo>
                    <a:cubicBezTo>
                      <a:pt x="3655305" y="313744"/>
                      <a:pt x="3261303" y="0"/>
                      <a:pt x="2128057" y="0"/>
                    </a:cubicBezTo>
                    <a:cubicBezTo>
                      <a:pt x="994810" y="0"/>
                      <a:pt x="68799" y="313744"/>
                      <a:pt x="3962" y="709355"/>
                    </a:cubicBezTo>
                    <a:lnTo>
                      <a:pt x="0" y="709355"/>
                    </a:lnTo>
                    <a:lnTo>
                      <a:pt x="0" y="3990108"/>
                    </a:lnTo>
                    <a:lnTo>
                      <a:pt x="3962" y="3990108"/>
                    </a:lnTo>
                    <a:cubicBezTo>
                      <a:pt x="68809" y="4385701"/>
                      <a:pt x="994820" y="4699464"/>
                      <a:pt x="2128057" y="4699464"/>
                    </a:cubicBezTo>
                    <a:cubicBezTo>
                      <a:pt x="3261294" y="4699464"/>
                      <a:pt x="3655295" y="4385701"/>
                      <a:pt x="3720141" y="3990108"/>
                    </a:cubicBezTo>
                    <a:lnTo>
                      <a:pt x="3724104" y="3990108"/>
                    </a:lnTo>
                    <a:lnTo>
                      <a:pt x="3724104" y="709355"/>
                    </a:lnTo>
                    <a:lnTo>
                      <a:pt x="3720141" y="709355"/>
                    </a:lnTo>
                    <a:close/>
                  </a:path>
                </a:pathLst>
              </a:custGeom>
              <a:solidFill>
                <a:srgbClr val="A4C2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1" name="자유형: 도형 115">
                <a:extLst>
                  <a:ext uri="{FF2B5EF4-FFF2-40B4-BE49-F238E27FC236}">
                    <a16:creationId xmlns:a16="http://schemas.microsoft.com/office/drawing/2014/main" id="{6C913DC3-EB68-4DC5-9CB1-3FB6F4AEA122}"/>
                  </a:ext>
                </a:extLst>
              </p:cNvPr>
              <p:cNvSpPr/>
              <p:nvPr/>
            </p:nvSpPr>
            <p:spPr>
              <a:xfrm>
                <a:off x="3572522" y="1430105"/>
                <a:ext cx="3990117" cy="1596047"/>
              </a:xfrm>
              <a:custGeom>
                <a:avLst/>
                <a:gdLst>
                  <a:gd name="connsiteX0" fmla="*/ 3990118 w 3990117"/>
                  <a:gd name="connsiteY0" fmla="*/ 798024 h 1596047"/>
                  <a:gd name="connsiteX1" fmla="*/ 1995059 w 3990117"/>
                  <a:gd name="connsiteY1" fmla="*/ 1596047 h 1596047"/>
                  <a:gd name="connsiteX2" fmla="*/ 0 w 3990117"/>
                  <a:gd name="connsiteY2" fmla="*/ 798024 h 1596047"/>
                  <a:gd name="connsiteX3" fmla="*/ 1995059 w 3990117"/>
                  <a:gd name="connsiteY3" fmla="*/ 0 h 1596047"/>
                  <a:gd name="connsiteX4" fmla="*/ 3990118 w 3990117"/>
                  <a:gd name="connsiteY4" fmla="*/ 798024 h 1596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90117" h="1596047">
                    <a:moveTo>
                      <a:pt x="3990118" y="798024"/>
                    </a:moveTo>
                    <a:cubicBezTo>
                      <a:pt x="3990118" y="1238760"/>
                      <a:pt x="3096900" y="1596047"/>
                      <a:pt x="1995059" y="1596047"/>
                    </a:cubicBezTo>
                    <a:cubicBezTo>
                      <a:pt x="893218" y="1596047"/>
                      <a:pt x="0" y="1238760"/>
                      <a:pt x="0" y="798024"/>
                    </a:cubicBezTo>
                    <a:cubicBezTo>
                      <a:pt x="0" y="357287"/>
                      <a:pt x="893218" y="0"/>
                      <a:pt x="1995059" y="0"/>
                    </a:cubicBezTo>
                    <a:cubicBezTo>
                      <a:pt x="3096900" y="0"/>
                      <a:pt x="3990118" y="357287"/>
                      <a:pt x="3990118" y="798024"/>
                    </a:cubicBezTo>
                    <a:close/>
                  </a:path>
                </a:pathLst>
              </a:custGeom>
              <a:solidFill>
                <a:srgbClr val="A4C2F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124" name="자유형: 도형 108">
              <a:extLst>
                <a:ext uri="{FF2B5EF4-FFF2-40B4-BE49-F238E27FC236}">
                  <a16:creationId xmlns:a16="http://schemas.microsoft.com/office/drawing/2014/main" id="{DABCBB71-DD53-4EE1-B96E-0FFC7132A0D4}"/>
                </a:ext>
              </a:extLst>
            </p:cNvPr>
            <p:cNvSpPr/>
            <p:nvPr/>
          </p:nvSpPr>
          <p:spPr>
            <a:xfrm>
              <a:off x="3217840" y="1430105"/>
              <a:ext cx="3990117" cy="1596047"/>
            </a:xfrm>
            <a:custGeom>
              <a:avLst/>
              <a:gdLst>
                <a:gd name="connsiteX0" fmla="*/ 3990118 w 3990117"/>
                <a:gd name="connsiteY0" fmla="*/ 798024 h 1596047"/>
                <a:gd name="connsiteX1" fmla="*/ 1995059 w 3990117"/>
                <a:gd name="connsiteY1" fmla="*/ 1596047 h 1596047"/>
                <a:gd name="connsiteX2" fmla="*/ 0 w 3990117"/>
                <a:gd name="connsiteY2" fmla="*/ 798024 h 1596047"/>
                <a:gd name="connsiteX3" fmla="*/ 1995059 w 3990117"/>
                <a:gd name="connsiteY3" fmla="*/ 0 h 1596047"/>
                <a:gd name="connsiteX4" fmla="*/ 3990118 w 3990117"/>
                <a:gd name="connsiteY4" fmla="*/ 798024 h 1596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90117" h="1596047">
                  <a:moveTo>
                    <a:pt x="3990118" y="798024"/>
                  </a:moveTo>
                  <a:cubicBezTo>
                    <a:pt x="3990118" y="1238760"/>
                    <a:pt x="3096900" y="1596047"/>
                    <a:pt x="1995059" y="1596047"/>
                  </a:cubicBezTo>
                  <a:cubicBezTo>
                    <a:pt x="893218" y="1596047"/>
                    <a:pt x="0" y="1238760"/>
                    <a:pt x="0" y="798024"/>
                  </a:cubicBezTo>
                  <a:cubicBezTo>
                    <a:pt x="0" y="357287"/>
                    <a:pt x="893218" y="0"/>
                    <a:pt x="1995059" y="0"/>
                  </a:cubicBezTo>
                  <a:cubicBezTo>
                    <a:pt x="3096899" y="0"/>
                    <a:pt x="3990118" y="357287"/>
                    <a:pt x="3990118" y="79802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5" name="자유형: 도형 109">
              <a:extLst>
                <a:ext uri="{FF2B5EF4-FFF2-40B4-BE49-F238E27FC236}">
                  <a16:creationId xmlns:a16="http://schemas.microsoft.com/office/drawing/2014/main" id="{4AF2CBE0-4B29-466C-8E56-1D2DE4DDDD72}"/>
                </a:ext>
              </a:extLst>
            </p:cNvPr>
            <p:cNvSpPr/>
            <p:nvPr/>
          </p:nvSpPr>
          <p:spPr>
            <a:xfrm>
              <a:off x="3483854" y="1430105"/>
              <a:ext cx="3724103" cy="1596047"/>
            </a:xfrm>
            <a:custGeom>
              <a:avLst/>
              <a:gdLst>
                <a:gd name="connsiteX0" fmla="*/ 3724104 w 3724103"/>
                <a:gd name="connsiteY0" fmla="*/ 798024 h 1596047"/>
                <a:gd name="connsiteX1" fmla="*/ 1862052 w 3724103"/>
                <a:gd name="connsiteY1" fmla="*/ 1596047 h 1596047"/>
                <a:gd name="connsiteX2" fmla="*/ 0 w 3724103"/>
                <a:gd name="connsiteY2" fmla="*/ 798024 h 1596047"/>
                <a:gd name="connsiteX3" fmla="*/ 1862052 w 3724103"/>
                <a:gd name="connsiteY3" fmla="*/ 0 h 1596047"/>
                <a:gd name="connsiteX4" fmla="*/ 3724104 w 3724103"/>
                <a:gd name="connsiteY4" fmla="*/ 798024 h 1596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24103" h="1596047">
                  <a:moveTo>
                    <a:pt x="3724104" y="798024"/>
                  </a:moveTo>
                  <a:cubicBezTo>
                    <a:pt x="3724104" y="1238760"/>
                    <a:pt x="2890435" y="1596047"/>
                    <a:pt x="1862052" y="1596047"/>
                  </a:cubicBezTo>
                  <a:cubicBezTo>
                    <a:pt x="833669" y="1596047"/>
                    <a:pt x="0" y="1238760"/>
                    <a:pt x="0" y="798024"/>
                  </a:cubicBezTo>
                  <a:cubicBezTo>
                    <a:pt x="0" y="357287"/>
                    <a:pt x="833669" y="0"/>
                    <a:pt x="1862052" y="0"/>
                  </a:cubicBezTo>
                  <a:cubicBezTo>
                    <a:pt x="2890435" y="0"/>
                    <a:pt x="3724104" y="357287"/>
                    <a:pt x="3724104" y="798024"/>
                  </a:cubicBezTo>
                  <a:close/>
                </a:path>
              </a:pathLst>
            </a:custGeom>
            <a:solidFill>
              <a:srgbClr val="D4E1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126" name="그래픽 4">
              <a:extLst>
                <a:ext uri="{FF2B5EF4-FFF2-40B4-BE49-F238E27FC236}">
                  <a16:creationId xmlns:a16="http://schemas.microsoft.com/office/drawing/2014/main" id="{EB4C29BA-BB23-4E8C-B922-5D930574199B}"/>
                </a:ext>
              </a:extLst>
            </p:cNvPr>
            <p:cNvGrpSpPr/>
            <p:nvPr/>
          </p:nvGrpSpPr>
          <p:grpSpPr>
            <a:xfrm>
              <a:off x="3129181" y="1341437"/>
              <a:ext cx="4433459" cy="4876800"/>
              <a:chOff x="3129181" y="1341437"/>
              <a:chExt cx="4433459" cy="4876800"/>
            </a:xfrm>
            <a:solidFill>
              <a:srgbClr val="428DFF"/>
            </a:solidFill>
          </p:grpSpPr>
          <p:sp>
            <p:nvSpPr>
              <p:cNvPr id="127" name="자유형: 도형 111">
                <a:extLst>
                  <a:ext uri="{FF2B5EF4-FFF2-40B4-BE49-F238E27FC236}">
                    <a16:creationId xmlns:a16="http://schemas.microsoft.com/office/drawing/2014/main" id="{4165E102-560C-4EBB-9E20-CEDC4FAA93F5}"/>
                  </a:ext>
                </a:extLst>
              </p:cNvPr>
              <p:cNvSpPr/>
              <p:nvPr/>
            </p:nvSpPr>
            <p:spPr>
              <a:xfrm>
                <a:off x="3129181" y="1341437"/>
                <a:ext cx="4433459" cy="4876800"/>
              </a:xfrm>
              <a:custGeom>
                <a:avLst/>
                <a:gdLst>
                  <a:gd name="connsiteX0" fmla="*/ 2216725 w 4433459"/>
                  <a:gd name="connsiteY0" fmla="*/ 4876800 h 4876800"/>
                  <a:gd name="connsiteX1" fmla="*/ 10392 w 4433459"/>
                  <a:gd name="connsiteY1" fmla="*/ 4118782 h 4876800"/>
                  <a:gd name="connsiteX2" fmla="*/ 0 w 4433459"/>
                  <a:gd name="connsiteY2" fmla="*/ 4078776 h 4876800"/>
                  <a:gd name="connsiteX3" fmla="*/ 0 w 4433459"/>
                  <a:gd name="connsiteY3" fmla="*/ 798024 h 4876800"/>
                  <a:gd name="connsiteX4" fmla="*/ 11087 w 4433459"/>
                  <a:gd name="connsiteY4" fmla="*/ 755075 h 4876800"/>
                  <a:gd name="connsiteX5" fmla="*/ 2216725 w 4433459"/>
                  <a:gd name="connsiteY5" fmla="*/ 0 h 4876800"/>
                  <a:gd name="connsiteX6" fmla="*/ 4422372 w 4433459"/>
                  <a:gd name="connsiteY6" fmla="*/ 755075 h 4876800"/>
                  <a:gd name="connsiteX7" fmla="*/ 4433459 w 4433459"/>
                  <a:gd name="connsiteY7" fmla="*/ 798024 h 4876800"/>
                  <a:gd name="connsiteX8" fmla="*/ 4433459 w 4433459"/>
                  <a:gd name="connsiteY8" fmla="*/ 4078776 h 4876800"/>
                  <a:gd name="connsiteX9" fmla="*/ 4422372 w 4433459"/>
                  <a:gd name="connsiteY9" fmla="*/ 4121725 h 4876800"/>
                  <a:gd name="connsiteX10" fmla="*/ 2216725 w 4433459"/>
                  <a:gd name="connsiteY10" fmla="*/ 4876800 h 4876800"/>
                  <a:gd name="connsiteX11" fmla="*/ 177337 w 4433459"/>
                  <a:gd name="connsiteY11" fmla="*/ 4052802 h 4876800"/>
                  <a:gd name="connsiteX12" fmla="*/ 180194 w 4433459"/>
                  <a:gd name="connsiteY12" fmla="*/ 4064403 h 4876800"/>
                  <a:gd name="connsiteX13" fmla="*/ 2216725 w 4433459"/>
                  <a:gd name="connsiteY13" fmla="*/ 4699464 h 4876800"/>
                  <a:gd name="connsiteX14" fmla="*/ 4253256 w 4433459"/>
                  <a:gd name="connsiteY14" fmla="*/ 4064403 h 4876800"/>
                  <a:gd name="connsiteX15" fmla="*/ 4256114 w 4433459"/>
                  <a:gd name="connsiteY15" fmla="*/ 4052450 h 4876800"/>
                  <a:gd name="connsiteX16" fmla="*/ 4256114 w 4433459"/>
                  <a:gd name="connsiteY16" fmla="*/ 823998 h 4876800"/>
                  <a:gd name="connsiteX17" fmla="*/ 4253256 w 4433459"/>
                  <a:gd name="connsiteY17" fmla="*/ 812311 h 4876800"/>
                  <a:gd name="connsiteX18" fmla="*/ 2216725 w 4433459"/>
                  <a:gd name="connsiteY18" fmla="*/ 177336 h 4876800"/>
                  <a:gd name="connsiteX19" fmla="*/ 180194 w 4433459"/>
                  <a:gd name="connsiteY19" fmla="*/ 812311 h 4876800"/>
                  <a:gd name="connsiteX20" fmla="*/ 177337 w 4433459"/>
                  <a:gd name="connsiteY20" fmla="*/ 824351 h 4876800"/>
                  <a:gd name="connsiteX21" fmla="*/ 177337 w 4433459"/>
                  <a:gd name="connsiteY21" fmla="*/ 4052802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59" h="4876800">
                    <a:moveTo>
                      <a:pt x="2216725" y="4876800"/>
                    </a:moveTo>
                    <a:cubicBezTo>
                      <a:pt x="1051989" y="4876800"/>
                      <a:pt x="115081" y="4552779"/>
                      <a:pt x="10392" y="4118782"/>
                    </a:cubicBezTo>
                    <a:cubicBezTo>
                      <a:pt x="3620" y="4106532"/>
                      <a:pt x="38" y="4092769"/>
                      <a:pt x="0" y="4078776"/>
                    </a:cubicBezTo>
                    <a:lnTo>
                      <a:pt x="0" y="798024"/>
                    </a:lnTo>
                    <a:cubicBezTo>
                      <a:pt x="-38" y="782993"/>
                      <a:pt x="3772" y="768210"/>
                      <a:pt x="11087" y="755075"/>
                    </a:cubicBezTo>
                    <a:cubicBezTo>
                      <a:pt x="119149" y="322640"/>
                      <a:pt x="1054504" y="0"/>
                      <a:pt x="2216725" y="0"/>
                    </a:cubicBezTo>
                    <a:cubicBezTo>
                      <a:pt x="3378947" y="0"/>
                      <a:pt x="4314302" y="322640"/>
                      <a:pt x="4422372" y="755075"/>
                    </a:cubicBezTo>
                    <a:cubicBezTo>
                      <a:pt x="4429678" y="768210"/>
                      <a:pt x="4433497" y="782993"/>
                      <a:pt x="4433459" y="798024"/>
                    </a:cubicBezTo>
                    <a:lnTo>
                      <a:pt x="4433459" y="4078776"/>
                    </a:lnTo>
                    <a:cubicBezTo>
                      <a:pt x="4433497" y="4093807"/>
                      <a:pt x="4429688" y="4108590"/>
                      <a:pt x="4422372" y="4121725"/>
                    </a:cubicBezTo>
                    <a:cubicBezTo>
                      <a:pt x="4314216" y="4554160"/>
                      <a:pt x="3378861" y="4876800"/>
                      <a:pt x="2216725" y="4876800"/>
                    </a:cubicBezTo>
                    <a:close/>
                    <a:moveTo>
                      <a:pt x="177337" y="4052802"/>
                    </a:moveTo>
                    <a:cubicBezTo>
                      <a:pt x="178565" y="4056593"/>
                      <a:pt x="179518" y="4060479"/>
                      <a:pt x="180194" y="4064403"/>
                    </a:cubicBezTo>
                    <a:cubicBezTo>
                      <a:pt x="230420" y="4371108"/>
                      <a:pt x="1060828" y="4699464"/>
                      <a:pt x="2216725" y="4699464"/>
                    </a:cubicBezTo>
                    <a:cubicBezTo>
                      <a:pt x="3372622" y="4699464"/>
                      <a:pt x="4203031" y="4371108"/>
                      <a:pt x="4253256" y="4064403"/>
                    </a:cubicBezTo>
                    <a:cubicBezTo>
                      <a:pt x="4253942" y="4060365"/>
                      <a:pt x="4254894" y="4056364"/>
                      <a:pt x="4256114" y="4052450"/>
                    </a:cubicBezTo>
                    <a:lnTo>
                      <a:pt x="4256114" y="823998"/>
                    </a:lnTo>
                    <a:cubicBezTo>
                      <a:pt x="4254885" y="820169"/>
                      <a:pt x="4253932" y="816264"/>
                      <a:pt x="4253256" y="812311"/>
                    </a:cubicBezTo>
                    <a:cubicBezTo>
                      <a:pt x="4203116" y="505692"/>
                      <a:pt x="3372803" y="177336"/>
                      <a:pt x="2216725" y="177336"/>
                    </a:cubicBezTo>
                    <a:cubicBezTo>
                      <a:pt x="1060647" y="177336"/>
                      <a:pt x="230334" y="505692"/>
                      <a:pt x="180194" y="812311"/>
                    </a:cubicBezTo>
                    <a:cubicBezTo>
                      <a:pt x="179518" y="816388"/>
                      <a:pt x="178565" y="820407"/>
                      <a:pt x="177337" y="824351"/>
                    </a:cubicBezTo>
                    <a:lnTo>
                      <a:pt x="177337" y="4052802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8" name="자유형: 도형 112">
                <a:extLst>
                  <a:ext uri="{FF2B5EF4-FFF2-40B4-BE49-F238E27FC236}">
                    <a16:creationId xmlns:a16="http://schemas.microsoft.com/office/drawing/2014/main" id="{9EF31D8F-1925-40BD-9FC4-5DF3B6160270}"/>
                  </a:ext>
                </a:extLst>
              </p:cNvPr>
              <p:cNvSpPr/>
              <p:nvPr/>
            </p:nvSpPr>
            <p:spPr>
              <a:xfrm>
                <a:off x="3129181" y="3292157"/>
                <a:ext cx="4433449" cy="2039388"/>
              </a:xfrm>
              <a:custGeom>
                <a:avLst/>
                <a:gdLst>
                  <a:gd name="connsiteX0" fmla="*/ 2216725 w 4433449"/>
                  <a:gd name="connsiteY0" fmla="*/ 2039388 h 2039388"/>
                  <a:gd name="connsiteX1" fmla="*/ 10392 w 4433449"/>
                  <a:gd name="connsiteY1" fmla="*/ 1281370 h 2039388"/>
                  <a:gd name="connsiteX2" fmla="*/ 0 w 4433449"/>
                  <a:gd name="connsiteY2" fmla="*/ 1241365 h 2039388"/>
                  <a:gd name="connsiteX3" fmla="*/ 0 w 4433449"/>
                  <a:gd name="connsiteY3" fmla="*/ 88668 h 2039388"/>
                  <a:gd name="connsiteX4" fmla="*/ 88668 w 4433449"/>
                  <a:gd name="connsiteY4" fmla="*/ 0 h 2039388"/>
                  <a:gd name="connsiteX5" fmla="*/ 177336 w 4433449"/>
                  <a:gd name="connsiteY5" fmla="*/ 88668 h 2039388"/>
                  <a:gd name="connsiteX6" fmla="*/ 2216725 w 4433449"/>
                  <a:gd name="connsiteY6" fmla="*/ 798024 h 2039388"/>
                  <a:gd name="connsiteX7" fmla="*/ 4256113 w 4433449"/>
                  <a:gd name="connsiteY7" fmla="*/ 88668 h 2039388"/>
                  <a:gd name="connsiteX8" fmla="*/ 4344781 w 4433449"/>
                  <a:gd name="connsiteY8" fmla="*/ 0 h 2039388"/>
                  <a:gd name="connsiteX9" fmla="*/ 4433449 w 4433449"/>
                  <a:gd name="connsiteY9" fmla="*/ 88668 h 2039388"/>
                  <a:gd name="connsiteX10" fmla="*/ 4433449 w 4433449"/>
                  <a:gd name="connsiteY10" fmla="*/ 1241365 h 2039388"/>
                  <a:gd name="connsiteX11" fmla="*/ 4422362 w 4433449"/>
                  <a:gd name="connsiteY11" fmla="*/ 1284313 h 2039388"/>
                  <a:gd name="connsiteX12" fmla="*/ 2216725 w 4433449"/>
                  <a:gd name="connsiteY12" fmla="*/ 2039388 h 2039388"/>
                  <a:gd name="connsiteX13" fmla="*/ 177336 w 4433449"/>
                  <a:gd name="connsiteY13" fmla="*/ 1215390 h 2039388"/>
                  <a:gd name="connsiteX14" fmla="*/ 180194 w 4433449"/>
                  <a:gd name="connsiteY14" fmla="*/ 1226992 h 2039388"/>
                  <a:gd name="connsiteX15" fmla="*/ 2216725 w 4433449"/>
                  <a:gd name="connsiteY15" fmla="*/ 1862052 h 2039388"/>
                  <a:gd name="connsiteX16" fmla="*/ 4253256 w 4433449"/>
                  <a:gd name="connsiteY16" fmla="*/ 1226992 h 2039388"/>
                  <a:gd name="connsiteX17" fmla="*/ 4256113 w 4433449"/>
                  <a:gd name="connsiteY17" fmla="*/ 1215038 h 2039388"/>
                  <a:gd name="connsiteX18" fmla="*/ 4256113 w 4433449"/>
                  <a:gd name="connsiteY18" fmla="*/ 436159 h 2039388"/>
                  <a:gd name="connsiteX19" fmla="*/ 2216725 w 4433449"/>
                  <a:gd name="connsiteY19" fmla="*/ 975360 h 2039388"/>
                  <a:gd name="connsiteX20" fmla="*/ 177336 w 4433449"/>
                  <a:gd name="connsiteY20" fmla="*/ 436159 h 2039388"/>
                  <a:gd name="connsiteX21" fmla="*/ 177336 w 4433449"/>
                  <a:gd name="connsiteY21" fmla="*/ 1215390 h 203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49" h="2039388">
                    <a:moveTo>
                      <a:pt x="2216725" y="2039388"/>
                    </a:moveTo>
                    <a:cubicBezTo>
                      <a:pt x="1051989" y="2039388"/>
                      <a:pt x="115081" y="1715367"/>
                      <a:pt x="10392" y="1281370"/>
                    </a:cubicBezTo>
                    <a:cubicBezTo>
                      <a:pt x="3619" y="1269120"/>
                      <a:pt x="38" y="1255366"/>
                      <a:pt x="0" y="1241365"/>
                    </a:cubicBezTo>
                    <a:lnTo>
                      <a:pt x="0" y="88668"/>
                    </a:lnTo>
                    <a:cubicBezTo>
                      <a:pt x="0" y="39700"/>
                      <a:pt x="39700" y="0"/>
                      <a:pt x="88668" y="0"/>
                    </a:cubicBezTo>
                    <a:cubicBezTo>
                      <a:pt x="137636" y="0"/>
                      <a:pt x="177336" y="39700"/>
                      <a:pt x="177336" y="88668"/>
                    </a:cubicBezTo>
                    <a:cubicBezTo>
                      <a:pt x="177336" y="423520"/>
                      <a:pt x="1049484" y="798024"/>
                      <a:pt x="2216725" y="798024"/>
                    </a:cubicBezTo>
                    <a:cubicBezTo>
                      <a:pt x="3383966" y="798024"/>
                      <a:pt x="4256113" y="423520"/>
                      <a:pt x="4256113" y="88668"/>
                    </a:cubicBezTo>
                    <a:cubicBezTo>
                      <a:pt x="4256113" y="39700"/>
                      <a:pt x="4295813" y="0"/>
                      <a:pt x="4344781" y="0"/>
                    </a:cubicBezTo>
                    <a:cubicBezTo>
                      <a:pt x="4393749" y="0"/>
                      <a:pt x="4433449" y="39700"/>
                      <a:pt x="4433449" y="88668"/>
                    </a:cubicBezTo>
                    <a:lnTo>
                      <a:pt x="4433449" y="1241365"/>
                    </a:lnTo>
                    <a:cubicBezTo>
                      <a:pt x="4433488" y="1256395"/>
                      <a:pt x="4429678" y="1271178"/>
                      <a:pt x="4422362" y="1284313"/>
                    </a:cubicBezTo>
                    <a:cubicBezTo>
                      <a:pt x="4314216" y="1716748"/>
                      <a:pt x="3378861" y="2039388"/>
                      <a:pt x="2216725" y="2039388"/>
                    </a:cubicBezTo>
                    <a:close/>
                    <a:moveTo>
                      <a:pt x="177336" y="1215390"/>
                    </a:moveTo>
                    <a:cubicBezTo>
                      <a:pt x="178565" y="1219181"/>
                      <a:pt x="179518" y="1223067"/>
                      <a:pt x="180194" y="1226992"/>
                    </a:cubicBezTo>
                    <a:cubicBezTo>
                      <a:pt x="230419" y="1533696"/>
                      <a:pt x="1060828" y="1862052"/>
                      <a:pt x="2216725" y="1862052"/>
                    </a:cubicBezTo>
                    <a:cubicBezTo>
                      <a:pt x="3372622" y="1862052"/>
                      <a:pt x="4203030" y="1533696"/>
                      <a:pt x="4253256" y="1226992"/>
                    </a:cubicBezTo>
                    <a:cubicBezTo>
                      <a:pt x="4253942" y="1222953"/>
                      <a:pt x="4254894" y="1218952"/>
                      <a:pt x="4256113" y="1215038"/>
                    </a:cubicBezTo>
                    <a:lnTo>
                      <a:pt x="4256113" y="436159"/>
                    </a:lnTo>
                    <a:cubicBezTo>
                      <a:pt x="3917547" y="752818"/>
                      <a:pt x="3130868" y="975360"/>
                      <a:pt x="2216725" y="975360"/>
                    </a:cubicBezTo>
                    <a:cubicBezTo>
                      <a:pt x="1302582" y="975360"/>
                      <a:pt x="515903" y="752818"/>
                      <a:pt x="177336" y="436159"/>
                    </a:cubicBezTo>
                    <a:lnTo>
                      <a:pt x="177336" y="1215390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9" name="자유형: 도형 113">
                <a:extLst>
                  <a:ext uri="{FF2B5EF4-FFF2-40B4-BE49-F238E27FC236}">
                    <a16:creationId xmlns:a16="http://schemas.microsoft.com/office/drawing/2014/main" id="{2BF746A6-F689-42A2-9E2C-59A9356E89B9}"/>
                  </a:ext>
                </a:extLst>
              </p:cNvPr>
              <p:cNvSpPr/>
              <p:nvPr/>
            </p:nvSpPr>
            <p:spPr>
              <a:xfrm>
                <a:off x="3129181" y="2228128"/>
                <a:ext cx="4433449" cy="2039388"/>
              </a:xfrm>
              <a:custGeom>
                <a:avLst/>
                <a:gdLst>
                  <a:gd name="connsiteX0" fmla="*/ 2216725 w 4433449"/>
                  <a:gd name="connsiteY0" fmla="*/ 2039388 h 2039388"/>
                  <a:gd name="connsiteX1" fmla="*/ 10392 w 4433449"/>
                  <a:gd name="connsiteY1" fmla="*/ 1281370 h 2039388"/>
                  <a:gd name="connsiteX2" fmla="*/ 0 w 4433449"/>
                  <a:gd name="connsiteY2" fmla="*/ 1241365 h 2039388"/>
                  <a:gd name="connsiteX3" fmla="*/ 0 w 4433449"/>
                  <a:gd name="connsiteY3" fmla="*/ 88668 h 2039388"/>
                  <a:gd name="connsiteX4" fmla="*/ 88668 w 4433449"/>
                  <a:gd name="connsiteY4" fmla="*/ 0 h 2039388"/>
                  <a:gd name="connsiteX5" fmla="*/ 177336 w 4433449"/>
                  <a:gd name="connsiteY5" fmla="*/ 88668 h 2039388"/>
                  <a:gd name="connsiteX6" fmla="*/ 2216725 w 4433449"/>
                  <a:gd name="connsiteY6" fmla="*/ 798024 h 2039388"/>
                  <a:gd name="connsiteX7" fmla="*/ 4256113 w 4433449"/>
                  <a:gd name="connsiteY7" fmla="*/ 88668 h 2039388"/>
                  <a:gd name="connsiteX8" fmla="*/ 4344781 w 4433449"/>
                  <a:gd name="connsiteY8" fmla="*/ 0 h 2039388"/>
                  <a:gd name="connsiteX9" fmla="*/ 4433449 w 4433449"/>
                  <a:gd name="connsiteY9" fmla="*/ 88668 h 2039388"/>
                  <a:gd name="connsiteX10" fmla="*/ 4433449 w 4433449"/>
                  <a:gd name="connsiteY10" fmla="*/ 1241365 h 2039388"/>
                  <a:gd name="connsiteX11" fmla="*/ 4422362 w 4433449"/>
                  <a:gd name="connsiteY11" fmla="*/ 1284313 h 2039388"/>
                  <a:gd name="connsiteX12" fmla="*/ 2216725 w 4433449"/>
                  <a:gd name="connsiteY12" fmla="*/ 2039388 h 2039388"/>
                  <a:gd name="connsiteX13" fmla="*/ 177336 w 4433449"/>
                  <a:gd name="connsiteY13" fmla="*/ 1215390 h 2039388"/>
                  <a:gd name="connsiteX14" fmla="*/ 180194 w 4433449"/>
                  <a:gd name="connsiteY14" fmla="*/ 1226991 h 2039388"/>
                  <a:gd name="connsiteX15" fmla="*/ 2216725 w 4433449"/>
                  <a:gd name="connsiteY15" fmla="*/ 1862052 h 2039388"/>
                  <a:gd name="connsiteX16" fmla="*/ 4253256 w 4433449"/>
                  <a:gd name="connsiteY16" fmla="*/ 1226991 h 2039388"/>
                  <a:gd name="connsiteX17" fmla="*/ 4256113 w 4433449"/>
                  <a:gd name="connsiteY17" fmla="*/ 1215038 h 2039388"/>
                  <a:gd name="connsiteX18" fmla="*/ 4256113 w 4433449"/>
                  <a:gd name="connsiteY18" fmla="*/ 436159 h 2039388"/>
                  <a:gd name="connsiteX19" fmla="*/ 2216725 w 4433449"/>
                  <a:gd name="connsiteY19" fmla="*/ 975360 h 2039388"/>
                  <a:gd name="connsiteX20" fmla="*/ 177336 w 4433449"/>
                  <a:gd name="connsiteY20" fmla="*/ 436159 h 2039388"/>
                  <a:gd name="connsiteX21" fmla="*/ 177336 w 4433449"/>
                  <a:gd name="connsiteY21" fmla="*/ 1215390 h 2039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33449" h="2039388">
                    <a:moveTo>
                      <a:pt x="2216725" y="2039388"/>
                    </a:moveTo>
                    <a:cubicBezTo>
                      <a:pt x="1051989" y="2039388"/>
                      <a:pt x="115081" y="1715367"/>
                      <a:pt x="10392" y="1281370"/>
                    </a:cubicBezTo>
                    <a:cubicBezTo>
                      <a:pt x="3619" y="1269121"/>
                      <a:pt x="38" y="1255366"/>
                      <a:pt x="0" y="1241365"/>
                    </a:cubicBezTo>
                    <a:lnTo>
                      <a:pt x="0" y="88668"/>
                    </a:lnTo>
                    <a:cubicBezTo>
                      <a:pt x="0" y="39700"/>
                      <a:pt x="39700" y="0"/>
                      <a:pt x="88668" y="0"/>
                    </a:cubicBezTo>
                    <a:cubicBezTo>
                      <a:pt x="137636" y="0"/>
                      <a:pt x="177336" y="39700"/>
                      <a:pt x="177336" y="88668"/>
                    </a:cubicBezTo>
                    <a:cubicBezTo>
                      <a:pt x="177336" y="423520"/>
                      <a:pt x="1049484" y="798024"/>
                      <a:pt x="2216725" y="798024"/>
                    </a:cubicBezTo>
                    <a:cubicBezTo>
                      <a:pt x="3383966" y="798024"/>
                      <a:pt x="4256113" y="423520"/>
                      <a:pt x="4256113" y="88668"/>
                    </a:cubicBezTo>
                    <a:cubicBezTo>
                      <a:pt x="4256113" y="39700"/>
                      <a:pt x="4295813" y="0"/>
                      <a:pt x="4344781" y="0"/>
                    </a:cubicBezTo>
                    <a:cubicBezTo>
                      <a:pt x="4393749" y="0"/>
                      <a:pt x="4433449" y="39700"/>
                      <a:pt x="4433449" y="88668"/>
                    </a:cubicBezTo>
                    <a:lnTo>
                      <a:pt x="4433449" y="1241365"/>
                    </a:lnTo>
                    <a:cubicBezTo>
                      <a:pt x="4433488" y="1256395"/>
                      <a:pt x="4429678" y="1271178"/>
                      <a:pt x="4422362" y="1284313"/>
                    </a:cubicBezTo>
                    <a:cubicBezTo>
                      <a:pt x="4314216" y="1716748"/>
                      <a:pt x="3378861" y="2039388"/>
                      <a:pt x="2216725" y="2039388"/>
                    </a:cubicBezTo>
                    <a:close/>
                    <a:moveTo>
                      <a:pt x="177336" y="1215390"/>
                    </a:moveTo>
                    <a:cubicBezTo>
                      <a:pt x="178565" y="1219181"/>
                      <a:pt x="179518" y="1223067"/>
                      <a:pt x="180194" y="1226991"/>
                    </a:cubicBezTo>
                    <a:cubicBezTo>
                      <a:pt x="230419" y="1533696"/>
                      <a:pt x="1060828" y="1862052"/>
                      <a:pt x="2216725" y="1862052"/>
                    </a:cubicBezTo>
                    <a:cubicBezTo>
                      <a:pt x="3372622" y="1862052"/>
                      <a:pt x="4203030" y="1533696"/>
                      <a:pt x="4253256" y="1226991"/>
                    </a:cubicBezTo>
                    <a:cubicBezTo>
                      <a:pt x="4253942" y="1222953"/>
                      <a:pt x="4254894" y="1218952"/>
                      <a:pt x="4256113" y="1215038"/>
                    </a:cubicBezTo>
                    <a:lnTo>
                      <a:pt x="4256113" y="436159"/>
                    </a:lnTo>
                    <a:cubicBezTo>
                      <a:pt x="3917547" y="752818"/>
                      <a:pt x="3130868" y="975360"/>
                      <a:pt x="2216725" y="975360"/>
                    </a:cubicBezTo>
                    <a:cubicBezTo>
                      <a:pt x="1302582" y="975360"/>
                      <a:pt x="515903" y="752818"/>
                      <a:pt x="177336" y="436159"/>
                    </a:cubicBezTo>
                    <a:lnTo>
                      <a:pt x="177336" y="1215390"/>
                    </a:lnTo>
                    <a:close/>
                  </a:path>
                </a:pathLst>
              </a:custGeom>
              <a:solidFill>
                <a:srgbClr val="428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D579D970-CE11-43D2-BB4C-D173FAB20935}"/>
              </a:ext>
            </a:extLst>
          </p:cNvPr>
          <p:cNvSpPr/>
          <p:nvPr/>
        </p:nvSpPr>
        <p:spPr>
          <a:xfrm>
            <a:off x="1438360" y="2205582"/>
            <a:ext cx="1251213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동네</a:t>
            </a:r>
            <a:r>
              <a:rPr lang="en-US" altLang="ko-KR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50" b="1" spc="-1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초단기</a:t>
            </a:r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예보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A0E3341E-EBA2-4F6E-8CB0-D640FE2A416E}"/>
              </a:ext>
            </a:extLst>
          </p:cNvPr>
          <p:cNvSpPr/>
          <p:nvPr/>
        </p:nvSpPr>
        <p:spPr>
          <a:xfrm>
            <a:off x="864129" y="2884350"/>
            <a:ext cx="1895358" cy="1358472"/>
          </a:xfrm>
          <a:prstGeom prst="rect">
            <a:avLst/>
          </a:prstGeom>
          <a:noFill/>
          <a:ln>
            <a:solidFill>
              <a:srgbClr val="0184F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5FD08BF7-8E94-4131-BFF5-F82052D81E06}"/>
              </a:ext>
            </a:extLst>
          </p:cNvPr>
          <p:cNvSpPr/>
          <p:nvPr/>
        </p:nvSpPr>
        <p:spPr>
          <a:xfrm>
            <a:off x="859302" y="2636105"/>
            <a:ext cx="1900186" cy="356217"/>
          </a:xfrm>
          <a:prstGeom prst="rect">
            <a:avLst/>
          </a:prstGeom>
          <a:solidFill>
            <a:srgbClr val="0184F1"/>
          </a:solidFill>
          <a:ln>
            <a:solidFill>
              <a:srgbClr val="0184F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KWEATHER - </a:t>
            </a:r>
            <a:r>
              <a:rPr lang="ko-KR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대기환경</a:t>
            </a:r>
          </a:p>
        </p:txBody>
      </p:sp>
      <p:pic>
        <p:nvPicPr>
          <p:cNvPr id="135" name="그림 134" descr="텍스트이(가) 표시된 사진&#10;&#10;자동 생성된 설명">
            <a:extLst>
              <a:ext uri="{FF2B5EF4-FFF2-40B4-BE49-F238E27FC236}">
                <a16:creationId xmlns:a16="http://schemas.microsoft.com/office/drawing/2014/main" id="{D256D769-1CCF-43D7-91BB-DEE1F96900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699" y="3112798"/>
            <a:ext cx="503199" cy="754799"/>
          </a:xfrm>
          <a:prstGeom prst="rect">
            <a:avLst/>
          </a:prstGeom>
        </p:spPr>
      </p:pic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4624B52A-5655-4526-B402-35C878E59F10}"/>
              </a:ext>
            </a:extLst>
          </p:cNvPr>
          <p:cNvSpPr/>
          <p:nvPr/>
        </p:nvSpPr>
        <p:spPr>
          <a:xfrm>
            <a:off x="1024240" y="3867597"/>
            <a:ext cx="441607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실외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A286897-0CD3-4144-ADFE-6F59850F56C8}"/>
              </a:ext>
            </a:extLst>
          </p:cNvPr>
          <p:cNvSpPr/>
          <p:nvPr/>
        </p:nvSpPr>
        <p:spPr>
          <a:xfrm>
            <a:off x="1613469" y="3867597"/>
            <a:ext cx="441607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실내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BF117CDE-5DE8-4662-9A81-29FCBC9022A3}"/>
              </a:ext>
            </a:extLst>
          </p:cNvPr>
          <p:cNvSpPr/>
          <p:nvPr/>
        </p:nvSpPr>
        <p:spPr>
          <a:xfrm>
            <a:off x="2233495" y="3867597"/>
            <a:ext cx="441607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환기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42FE9229-D187-4866-84A7-CD114FAF3429}"/>
              </a:ext>
            </a:extLst>
          </p:cNvPr>
          <p:cNvSpPr/>
          <p:nvPr/>
        </p:nvSpPr>
        <p:spPr>
          <a:xfrm>
            <a:off x="864129" y="4564153"/>
            <a:ext cx="1895358" cy="1358472"/>
          </a:xfrm>
          <a:prstGeom prst="rect">
            <a:avLst/>
          </a:prstGeom>
          <a:noFill/>
          <a:ln>
            <a:solidFill>
              <a:srgbClr val="0184F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505F2EC4-0038-4C0F-9B88-E4E50AD3A3E7}"/>
              </a:ext>
            </a:extLst>
          </p:cNvPr>
          <p:cNvSpPr/>
          <p:nvPr/>
        </p:nvSpPr>
        <p:spPr>
          <a:xfrm>
            <a:off x="859302" y="4315908"/>
            <a:ext cx="1900186" cy="356217"/>
          </a:xfrm>
          <a:prstGeom prst="rect">
            <a:avLst/>
          </a:prstGeom>
          <a:solidFill>
            <a:srgbClr val="0184F1"/>
          </a:solidFill>
          <a:ln>
            <a:solidFill>
              <a:srgbClr val="0184F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외부</a:t>
            </a:r>
            <a:r>
              <a:rPr lang="en-US" altLang="ko-KR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– </a:t>
            </a:r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컨텍스트 데이터</a:t>
            </a:r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2BDB5EED-4CC0-4A07-AE88-A6DEC948B286}"/>
              </a:ext>
            </a:extLst>
          </p:cNvPr>
          <p:cNvSpPr/>
          <p:nvPr/>
        </p:nvSpPr>
        <p:spPr>
          <a:xfrm>
            <a:off x="1823813" y="4811470"/>
            <a:ext cx="851290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공공데이터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F643EAA0-E3D0-4FD2-A0B5-0C527AFA9C9F}"/>
              </a:ext>
            </a:extLst>
          </p:cNvPr>
          <p:cNvSpPr/>
          <p:nvPr/>
        </p:nvSpPr>
        <p:spPr>
          <a:xfrm>
            <a:off x="1823812" y="5405079"/>
            <a:ext cx="851290" cy="415962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해외</a:t>
            </a:r>
            <a:endParaRPr lang="en-US" altLang="ko-KR" sz="1050" b="1" smtClean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5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빅데이터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651BEDB3-AF9C-4101-9F3D-DEAB0DDEDA83}"/>
              </a:ext>
            </a:extLst>
          </p:cNvPr>
          <p:cNvSpPr/>
          <p:nvPr/>
        </p:nvSpPr>
        <p:spPr>
          <a:xfrm>
            <a:off x="1823813" y="5100249"/>
            <a:ext cx="851290" cy="238808"/>
          </a:xfrm>
          <a:prstGeom prst="rect">
            <a:avLst/>
          </a:prstGeom>
          <a:solidFill>
            <a:schemeClr val="bg1"/>
          </a:solidFill>
          <a:ln>
            <a:solidFill>
              <a:srgbClr val="84B1E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유관 기관</a:t>
            </a:r>
            <a:endParaRPr lang="ko-KR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EF7BD15C-EDAE-42FC-97E4-5B8DCF82B03C}"/>
              </a:ext>
            </a:extLst>
          </p:cNvPr>
          <p:cNvSpPr/>
          <p:nvPr/>
        </p:nvSpPr>
        <p:spPr>
          <a:xfrm>
            <a:off x="3267388" y="1397576"/>
            <a:ext cx="3778952" cy="4525049"/>
          </a:xfrm>
          <a:prstGeom prst="rect">
            <a:avLst/>
          </a:prstGeom>
          <a:noFill/>
          <a:ln>
            <a:solidFill>
              <a:srgbClr val="9BAEC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00CC425F-FA9C-4138-A07F-E813B57C36CD}"/>
              </a:ext>
            </a:extLst>
          </p:cNvPr>
          <p:cNvSpPr/>
          <p:nvPr/>
        </p:nvSpPr>
        <p:spPr>
          <a:xfrm>
            <a:off x="3270433" y="1160463"/>
            <a:ext cx="3775907" cy="356217"/>
          </a:xfrm>
          <a:prstGeom prst="rect">
            <a:avLst/>
          </a:prstGeom>
          <a:solidFill>
            <a:srgbClr val="9BAEC8"/>
          </a:solidFill>
          <a:ln>
            <a:solidFill>
              <a:srgbClr val="9BAEC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KWEATER </a:t>
            </a:r>
            <a:r>
              <a:rPr lang="en-US" altLang="ko-KR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KIOT</a:t>
            </a:r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플랫폼</a:t>
            </a:r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98B735C5-218A-4FE9-9042-B8694F8165F6}"/>
              </a:ext>
            </a:extLst>
          </p:cNvPr>
          <p:cNvGrpSpPr/>
          <p:nvPr/>
        </p:nvGrpSpPr>
        <p:grpSpPr>
          <a:xfrm>
            <a:off x="4027426" y="5012638"/>
            <a:ext cx="2435087" cy="621823"/>
            <a:chOff x="2999727" y="5562501"/>
            <a:chExt cx="2139629" cy="646921"/>
          </a:xfrm>
        </p:grpSpPr>
        <p:pic>
          <p:nvPicPr>
            <p:cNvPr id="161" name="Picture 2" descr="구름 서버 컴퓨터 - Pixabay의 무료 벡터 그래픽">
              <a:extLst>
                <a:ext uri="{FF2B5EF4-FFF2-40B4-BE49-F238E27FC236}">
                  <a16:creationId xmlns:a16="http://schemas.microsoft.com/office/drawing/2014/main" id="{6362EA67-BD04-4F01-8138-2941DB1D6E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9727" y="5562501"/>
              <a:ext cx="430382" cy="646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2" name="Picture 2" descr="구름 서버 컴퓨터 - Pixabay의 무료 벡터 그래픽">
              <a:extLst>
                <a:ext uri="{FF2B5EF4-FFF2-40B4-BE49-F238E27FC236}">
                  <a16:creationId xmlns:a16="http://schemas.microsoft.com/office/drawing/2014/main" id="{4A788693-FB02-42D6-A424-02F5B7CAED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9624" y="5562501"/>
              <a:ext cx="430382" cy="646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3" name="Picture 2" descr="구름 서버 컴퓨터 - Pixabay의 무료 벡터 그래픽">
              <a:extLst>
                <a:ext uri="{FF2B5EF4-FFF2-40B4-BE49-F238E27FC236}">
                  <a16:creationId xmlns:a16="http://schemas.microsoft.com/office/drawing/2014/main" id="{629B7FA9-AA00-4E55-9FCA-81A5C9F955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62411" y="5562501"/>
              <a:ext cx="430382" cy="646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5" name="Picture 2" descr="구름 서버 컴퓨터 - Pixabay의 무료 벡터 그래픽">
              <a:extLst>
                <a:ext uri="{FF2B5EF4-FFF2-40B4-BE49-F238E27FC236}">
                  <a16:creationId xmlns:a16="http://schemas.microsoft.com/office/drawing/2014/main" id="{ADC6EC6F-2BF1-455E-91FA-04B82189AE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04014" y="5562501"/>
              <a:ext cx="430382" cy="646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6" name="Picture 2" descr="구름 서버 컴퓨터 - Pixabay의 무료 벡터 그래픽">
              <a:extLst>
                <a:ext uri="{FF2B5EF4-FFF2-40B4-BE49-F238E27FC236}">
                  <a16:creationId xmlns:a16="http://schemas.microsoft.com/office/drawing/2014/main" id="{704AFBF9-F4E9-4B29-84F2-4BE25373E4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7416" y="5562501"/>
              <a:ext cx="430382" cy="646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8" name="Picture 2" descr="구름 서버 컴퓨터 - Pixabay의 무료 벡터 그래픽">
              <a:extLst>
                <a:ext uri="{FF2B5EF4-FFF2-40B4-BE49-F238E27FC236}">
                  <a16:creationId xmlns:a16="http://schemas.microsoft.com/office/drawing/2014/main" id="{EB958B18-B5CF-467A-B989-1BFFB82D7E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8974" y="5562501"/>
              <a:ext cx="430382" cy="646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1" name="그림 170">
            <a:extLst>
              <a:ext uri="{FF2B5EF4-FFF2-40B4-BE49-F238E27FC236}">
                <a16:creationId xmlns:a16="http://schemas.microsoft.com/office/drawing/2014/main" id="{CFDA7123-6415-48B8-BB3E-927EA9ED55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552" y="1566014"/>
            <a:ext cx="1779168" cy="10012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2" name="그림 171">
            <a:extLst>
              <a:ext uri="{FF2B5EF4-FFF2-40B4-BE49-F238E27FC236}">
                <a16:creationId xmlns:a16="http://schemas.microsoft.com/office/drawing/2014/main" id="{E7FB6AF4-F601-412E-9C1A-7D2B0938C7C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9" r="9769" b="9836"/>
          <a:stretch/>
        </p:blipFill>
        <p:spPr>
          <a:xfrm>
            <a:off x="9513611" y="1552353"/>
            <a:ext cx="1781926" cy="10043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5683D916-B4C2-410F-825F-D47B47062F0E}"/>
              </a:ext>
            </a:extLst>
          </p:cNvPr>
          <p:cNvSpPr/>
          <p:nvPr/>
        </p:nvSpPr>
        <p:spPr>
          <a:xfrm>
            <a:off x="7567126" y="1408707"/>
            <a:ext cx="3829514" cy="2354946"/>
          </a:xfrm>
          <a:prstGeom prst="rect">
            <a:avLst/>
          </a:prstGeom>
          <a:noFill/>
          <a:ln>
            <a:solidFill>
              <a:srgbClr val="947A9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55F85DFB-C543-487A-9AA0-1A111B2CC1E9}"/>
              </a:ext>
            </a:extLst>
          </p:cNvPr>
          <p:cNvSpPr/>
          <p:nvPr/>
        </p:nvSpPr>
        <p:spPr>
          <a:xfrm>
            <a:off x="7567126" y="1160463"/>
            <a:ext cx="3836308" cy="356217"/>
          </a:xfrm>
          <a:prstGeom prst="rect">
            <a:avLst/>
          </a:prstGeom>
          <a:solidFill>
            <a:srgbClr val="947A9E"/>
          </a:solidFill>
          <a:ln>
            <a:solidFill>
              <a:srgbClr val="947A9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시각화 시스템</a:t>
            </a:r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903FBD91-BC04-46A1-ADF6-0D148F976957}"/>
              </a:ext>
            </a:extLst>
          </p:cNvPr>
          <p:cNvSpPr/>
          <p:nvPr/>
        </p:nvSpPr>
        <p:spPr>
          <a:xfrm>
            <a:off x="7560332" y="4260143"/>
            <a:ext cx="3829513" cy="1748675"/>
          </a:xfrm>
          <a:prstGeom prst="rect">
            <a:avLst/>
          </a:prstGeom>
          <a:noFill/>
          <a:ln>
            <a:solidFill>
              <a:srgbClr val="9BAEC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13A44A86-E829-4E47-A26F-71D0B761A3AF}"/>
              </a:ext>
            </a:extLst>
          </p:cNvPr>
          <p:cNvSpPr/>
          <p:nvPr/>
        </p:nvSpPr>
        <p:spPr>
          <a:xfrm>
            <a:off x="7560332" y="4011897"/>
            <a:ext cx="3836308" cy="356217"/>
          </a:xfrm>
          <a:prstGeom prst="rect">
            <a:avLst/>
          </a:prstGeom>
          <a:solidFill>
            <a:srgbClr val="9BAEC8"/>
          </a:solidFill>
          <a:ln>
            <a:solidFill>
              <a:srgbClr val="9BAEC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통합 모니터링 </a:t>
            </a:r>
            <a:r>
              <a:rPr lang="ko-KR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</a:p>
        </p:txBody>
      </p:sp>
      <p:pic>
        <p:nvPicPr>
          <p:cNvPr id="177" name="그림 176">
            <a:extLst>
              <a:ext uri="{FF2B5EF4-FFF2-40B4-BE49-F238E27FC236}">
                <a16:creationId xmlns:a16="http://schemas.microsoft.com/office/drawing/2014/main" id="{19286D22-9460-498B-8227-C42ADF1D75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6215" y="4722972"/>
            <a:ext cx="2013395" cy="1165193"/>
          </a:xfrm>
          <a:prstGeom prst="rect">
            <a:avLst/>
          </a:prstGeom>
        </p:spPr>
      </p:pic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CADC3518-8325-42B0-B6D0-192ED009B47C}"/>
              </a:ext>
            </a:extLst>
          </p:cNvPr>
          <p:cNvSpPr/>
          <p:nvPr/>
        </p:nvSpPr>
        <p:spPr>
          <a:xfrm>
            <a:off x="7629231" y="4458411"/>
            <a:ext cx="2088794" cy="227728"/>
          </a:xfrm>
          <a:prstGeom prst="rect">
            <a:avLst/>
          </a:prstGeom>
          <a:solidFill>
            <a:srgbClr val="0184F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Air365 </a:t>
            </a:r>
            <a:r>
              <a:rPr lang="ko-KR" altLang="en-US" sz="1100" b="1" dirty="0">
                <a:solidFill>
                  <a:srgbClr val="FBB9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웹</a:t>
            </a:r>
            <a:r>
              <a:rPr lang="ko-KR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서비스</a:t>
            </a: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1207A3E1-F3ED-42BE-9F92-90816855C1C7}"/>
              </a:ext>
            </a:extLst>
          </p:cNvPr>
          <p:cNvSpPr/>
          <p:nvPr/>
        </p:nvSpPr>
        <p:spPr>
          <a:xfrm>
            <a:off x="9831825" y="4446081"/>
            <a:ext cx="1401673" cy="240058"/>
          </a:xfrm>
          <a:prstGeom prst="rect">
            <a:avLst/>
          </a:prstGeom>
          <a:solidFill>
            <a:srgbClr val="0184F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smtClean="0">
                <a:solidFill>
                  <a:srgbClr val="FBB95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  <a:r>
              <a:rPr lang="ko-KR" altLang="en-US" sz="11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서비스</a:t>
            </a:r>
          </a:p>
        </p:txBody>
      </p:sp>
      <p:cxnSp>
        <p:nvCxnSpPr>
          <p:cNvPr id="182" name="연결선: 꺾임 166">
            <a:extLst>
              <a:ext uri="{FF2B5EF4-FFF2-40B4-BE49-F238E27FC236}">
                <a16:creationId xmlns:a16="http://schemas.microsoft.com/office/drawing/2014/main" id="{A95E32FB-3AFA-4C24-B641-CA08DFBC50D5}"/>
              </a:ext>
            </a:extLst>
          </p:cNvPr>
          <p:cNvCxnSpPr>
            <a:cxnSpLocks/>
            <a:stCxn id="250" idx="3"/>
            <a:endCxn id="175" idx="1"/>
          </p:cNvCxnSpPr>
          <p:nvPr/>
        </p:nvCxnSpPr>
        <p:spPr>
          <a:xfrm>
            <a:off x="7070996" y="2968266"/>
            <a:ext cx="489336" cy="2166215"/>
          </a:xfrm>
          <a:prstGeom prst="bentConnector3">
            <a:avLst>
              <a:gd name="adj1" fmla="val 50000"/>
            </a:avLst>
          </a:prstGeom>
          <a:ln w="15875">
            <a:solidFill>
              <a:srgbClr val="0184F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연결선: 꺾임 167">
            <a:extLst>
              <a:ext uri="{FF2B5EF4-FFF2-40B4-BE49-F238E27FC236}">
                <a16:creationId xmlns:a16="http://schemas.microsoft.com/office/drawing/2014/main" id="{731DB24A-94A4-4250-885B-B358EBF323BA}"/>
              </a:ext>
            </a:extLst>
          </p:cNvPr>
          <p:cNvCxnSpPr>
            <a:cxnSpLocks/>
            <a:stCxn id="250" idx="3"/>
            <a:endCxn id="173" idx="1"/>
          </p:cNvCxnSpPr>
          <p:nvPr/>
        </p:nvCxnSpPr>
        <p:spPr>
          <a:xfrm flipV="1">
            <a:off x="7070996" y="2586180"/>
            <a:ext cx="496130" cy="382086"/>
          </a:xfrm>
          <a:prstGeom prst="bentConnector3">
            <a:avLst>
              <a:gd name="adj1" fmla="val 50000"/>
            </a:avLst>
          </a:prstGeom>
          <a:ln w="15875">
            <a:solidFill>
              <a:srgbClr val="0184F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D83B2C01-7D63-4676-A195-C41F913DF48F}"/>
              </a:ext>
            </a:extLst>
          </p:cNvPr>
          <p:cNvGrpSpPr/>
          <p:nvPr/>
        </p:nvGrpSpPr>
        <p:grpSpPr>
          <a:xfrm>
            <a:off x="1032136" y="3124434"/>
            <a:ext cx="489551" cy="687461"/>
            <a:chOff x="1012317" y="936622"/>
            <a:chExt cx="1162644" cy="1632663"/>
          </a:xfrm>
        </p:grpSpPr>
        <p:pic>
          <p:nvPicPr>
            <p:cNvPr id="190" name="Picture 2">
              <a:extLst>
                <a:ext uri="{FF2B5EF4-FFF2-40B4-BE49-F238E27FC236}">
                  <a16:creationId xmlns:a16="http://schemas.microsoft.com/office/drawing/2014/main" id="{E1B4F89B-650B-44FB-827F-EF706469B6D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5446"/>
            <a:stretch/>
          </p:blipFill>
          <p:spPr bwMode="auto">
            <a:xfrm>
              <a:off x="1012317" y="936622"/>
              <a:ext cx="1162644" cy="689913"/>
            </a:xfrm>
            <a:prstGeom prst="rect">
              <a:avLst/>
            </a:prstGeom>
            <a:noFill/>
          </p:spPr>
        </p:pic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090BD673-B81E-4E7E-9CD6-DCA83DEF3B53}"/>
                </a:ext>
              </a:extLst>
            </p:cNvPr>
            <p:cNvGrpSpPr/>
            <p:nvPr/>
          </p:nvGrpSpPr>
          <p:grpSpPr>
            <a:xfrm>
              <a:off x="1087645" y="1445678"/>
              <a:ext cx="792840" cy="1123607"/>
              <a:chOff x="3067050" y="767272"/>
              <a:chExt cx="3085245" cy="4372389"/>
            </a:xfrm>
          </p:grpSpPr>
          <p:pic>
            <p:nvPicPr>
              <p:cNvPr id="193" name="그림 192">
                <a:extLst>
                  <a:ext uri="{FF2B5EF4-FFF2-40B4-BE49-F238E27FC236}">
                    <a16:creationId xmlns:a16="http://schemas.microsoft.com/office/drawing/2014/main" id="{3A97DF2B-CFDE-4B9A-B8F8-6E8DE8D634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67050" y="767272"/>
                <a:ext cx="3085245" cy="4372389"/>
              </a:xfrm>
              <a:prstGeom prst="rect">
                <a:avLst/>
              </a:prstGeom>
            </p:spPr>
          </p:pic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8C114DC7-2010-42AC-AE7F-75537AA0878E}"/>
                  </a:ext>
                </a:extLst>
              </p:cNvPr>
              <p:cNvSpPr/>
              <p:nvPr/>
            </p:nvSpPr>
            <p:spPr>
              <a:xfrm>
                <a:off x="3154681" y="1653540"/>
                <a:ext cx="2941320" cy="3398520"/>
              </a:xfrm>
              <a:prstGeom prst="rect">
                <a:avLst/>
              </a:prstGeom>
              <a:solidFill>
                <a:srgbClr val="4343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195" name="그림 194">
            <a:extLst>
              <a:ext uri="{FF2B5EF4-FFF2-40B4-BE49-F238E27FC236}">
                <a16:creationId xmlns:a16="http://schemas.microsoft.com/office/drawing/2014/main" id="{0FA43847-2715-469A-8E8E-7A477E3EE34A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47" t="10789" r="11019" b="15252"/>
          <a:stretch/>
        </p:blipFill>
        <p:spPr>
          <a:xfrm>
            <a:off x="1617799" y="3199559"/>
            <a:ext cx="454815" cy="621221"/>
          </a:xfrm>
          <a:prstGeom prst="rect">
            <a:avLst/>
          </a:prstGeom>
        </p:spPr>
      </p:pic>
      <p:cxnSp>
        <p:nvCxnSpPr>
          <p:cNvPr id="205" name="꺾인 연결선 204"/>
          <p:cNvCxnSpPr>
            <a:stCxn id="221" idx="1"/>
            <a:endCxn id="133" idx="3"/>
          </p:cNvCxnSpPr>
          <p:nvPr/>
        </p:nvCxnSpPr>
        <p:spPr>
          <a:xfrm rot="10800000" flipV="1">
            <a:off x="2759487" y="3434032"/>
            <a:ext cx="490522" cy="129554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18129840-4DB9-4B6D-8E3D-46203B11A660}"/>
              </a:ext>
            </a:extLst>
          </p:cNvPr>
          <p:cNvGrpSpPr/>
          <p:nvPr/>
        </p:nvGrpSpPr>
        <p:grpSpPr>
          <a:xfrm>
            <a:off x="9859819" y="4727759"/>
            <a:ext cx="1370977" cy="1160406"/>
            <a:chOff x="6529387" y="1633782"/>
            <a:chExt cx="2584428" cy="2187482"/>
          </a:xfrm>
        </p:grpSpPr>
        <p:pic>
          <p:nvPicPr>
            <p:cNvPr id="212" name="그림 211">
              <a:extLst>
                <a:ext uri="{FF2B5EF4-FFF2-40B4-BE49-F238E27FC236}">
                  <a16:creationId xmlns:a16="http://schemas.microsoft.com/office/drawing/2014/main" id="{5237E3D5-4528-43C4-97A3-1DBCED2C8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9387" y="1633782"/>
              <a:ext cx="1230459" cy="2187482"/>
            </a:xfrm>
            <a:prstGeom prst="rect">
              <a:avLst/>
            </a:prstGeom>
          </p:spPr>
        </p:pic>
        <p:pic>
          <p:nvPicPr>
            <p:cNvPr id="213" name="그림 212">
              <a:extLst>
                <a:ext uri="{FF2B5EF4-FFF2-40B4-BE49-F238E27FC236}">
                  <a16:creationId xmlns:a16="http://schemas.microsoft.com/office/drawing/2014/main" id="{6FDDB59C-F24F-4043-B414-68BBA9571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83356" y="1633782"/>
              <a:ext cx="1230459" cy="2187482"/>
            </a:xfrm>
            <a:prstGeom prst="rect">
              <a:avLst/>
            </a:prstGeom>
          </p:spPr>
        </p:pic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3063" y="4811469"/>
            <a:ext cx="751640" cy="977607"/>
          </a:xfrm>
          <a:prstGeom prst="rect">
            <a:avLst/>
          </a:prstGeom>
        </p:spPr>
      </p:pic>
      <p:sp>
        <p:nvSpPr>
          <p:cNvPr id="221" name="TextBox 220"/>
          <p:cNvSpPr txBox="1"/>
          <p:nvPr/>
        </p:nvSpPr>
        <p:spPr bwMode="auto">
          <a:xfrm>
            <a:off x="3250009" y="2349119"/>
            <a:ext cx="954224" cy="216982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REST</a:t>
            </a:r>
          </a:p>
          <a:p>
            <a:pPr algn="ctr" latinLnBrk="0">
              <a:lnSpc>
                <a:spcPct val="150000"/>
              </a:lnSpc>
              <a:defRPr/>
            </a:pPr>
            <a:endParaRPr lang="en-US" altLang="ko-KR" sz="1000" b="1" kern="0" spc="-51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MQTT</a:t>
            </a:r>
          </a:p>
          <a:p>
            <a:pPr algn="ctr" latinLnBrk="0">
              <a:lnSpc>
                <a:spcPct val="150000"/>
              </a:lnSpc>
              <a:defRPr/>
            </a:pPr>
            <a:endParaRPr lang="en-US" altLang="ko-KR" sz="1000" b="1" kern="0" spc="-51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OpenAPI</a:t>
            </a:r>
            <a:endParaRPr lang="en-US" altLang="ko-KR" sz="1000" b="1" kern="0" spc="-51" dirty="0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endParaRPr lang="en-US" altLang="ko-KR" sz="1000" b="1" kern="0" spc="-51" dirty="0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Agent</a:t>
            </a:r>
          </a:p>
          <a:p>
            <a:pPr algn="ctr" latinLnBrk="0">
              <a:lnSpc>
                <a:spcPct val="150000"/>
              </a:lnSpc>
              <a:defRPr/>
            </a:pPr>
            <a:endParaRPr lang="en-US" altLang="ko-KR" sz="1000" b="1" kern="0" spc="-51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Crawling</a:t>
            </a:r>
            <a:endParaRPr lang="en-US" altLang="ko-KR" sz="1000" b="1" kern="0" spc="-51" dirty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28" name="TextBox 227"/>
          <p:cNvSpPr txBox="1"/>
          <p:nvPr/>
        </p:nvSpPr>
        <p:spPr bwMode="auto">
          <a:xfrm>
            <a:off x="3266846" y="1743928"/>
            <a:ext cx="943360" cy="34624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1100" b="1" kern="0" spc="-51" dirty="0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데이터 수집</a:t>
            </a:r>
            <a:endParaRPr lang="ko-KR" altLang="en-US" sz="1100" b="1" kern="0" spc="-51" dirty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HY헤드라인M" panose="02030600000101010101" pitchFamily="18" charset="-127"/>
              <a:ea typeface="HY헤드라인M" panose="02030600000101010101" pitchFamily="18" charset="-127"/>
              <a:cs typeface="Arial" pitchFamily="34" charset="0"/>
            </a:endParaRPr>
          </a:p>
        </p:txBody>
      </p:sp>
      <p:sp>
        <p:nvSpPr>
          <p:cNvPr id="248" name="모서리가 둥근 직사각형 247"/>
          <p:cNvSpPr/>
          <p:nvPr/>
        </p:nvSpPr>
        <p:spPr>
          <a:xfrm>
            <a:off x="6091262" y="1622362"/>
            <a:ext cx="893647" cy="329508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9" name="TextBox 248"/>
          <p:cNvSpPr txBox="1"/>
          <p:nvPr/>
        </p:nvSpPr>
        <p:spPr bwMode="auto">
          <a:xfrm>
            <a:off x="6074605" y="1714185"/>
            <a:ext cx="943360" cy="30675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11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Arial" pitchFamily="34" charset="0"/>
              </a:rPr>
              <a:t>데이터 제공</a:t>
            </a:r>
            <a:endParaRPr lang="ko-KR" altLang="en-US" sz="1100" b="1" kern="0" spc="-51" dirty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HY헤드라인M" panose="02030600000101010101" pitchFamily="18" charset="-127"/>
              <a:ea typeface="HY헤드라인M" panose="02030600000101010101" pitchFamily="18" charset="-127"/>
              <a:cs typeface="Arial" pitchFamily="34" charset="0"/>
            </a:endParaRPr>
          </a:p>
        </p:txBody>
      </p:sp>
      <p:sp>
        <p:nvSpPr>
          <p:cNvPr id="250" name="TextBox 249"/>
          <p:cNvSpPr txBox="1"/>
          <p:nvPr/>
        </p:nvSpPr>
        <p:spPr bwMode="auto">
          <a:xfrm>
            <a:off x="6116772" y="2345018"/>
            <a:ext cx="954224" cy="124649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REST</a:t>
            </a:r>
          </a:p>
          <a:p>
            <a:pPr algn="ctr" latinLnBrk="0">
              <a:lnSpc>
                <a:spcPct val="150000"/>
              </a:lnSpc>
              <a:defRPr/>
            </a:pPr>
            <a:endParaRPr lang="en-US" altLang="ko-KR" sz="1000" b="1" kern="0" spc="-51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OpenAPI</a:t>
            </a:r>
            <a:endParaRPr lang="en-US" altLang="ko-KR" sz="1000" b="1" kern="0" spc="-51" dirty="0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endParaRPr lang="en-US" altLang="ko-KR" sz="1000" b="1" kern="0" spc="-51" dirty="0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Agent</a:t>
            </a:r>
          </a:p>
        </p:txBody>
      </p:sp>
      <p:pic>
        <p:nvPicPr>
          <p:cNvPr id="251" name="Picture 8" descr="https://cdn1.iconfinder.com/data/icons/database/PNG/512/Database_1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6874" y="3777093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Picture 12" descr="http://farm3.staticflickr.com/2782/4295049988_4fdbbd7abf.jpg"/>
          <p:cNvPicPr>
            <a:picLocks noChangeAspect="1" noChangeArrowheads="1"/>
          </p:cNvPicPr>
          <p:nvPr/>
        </p:nvPicPr>
        <p:blipFill rotWithShape="1"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193" t="11245" r="12677" b="15231"/>
          <a:stretch/>
        </p:blipFill>
        <p:spPr bwMode="auto">
          <a:xfrm>
            <a:off x="6550119" y="3773504"/>
            <a:ext cx="416891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3" name="TextBox 252"/>
          <p:cNvSpPr txBox="1"/>
          <p:nvPr/>
        </p:nvSpPr>
        <p:spPr bwMode="auto">
          <a:xfrm>
            <a:off x="6109191" y="4369196"/>
            <a:ext cx="919220" cy="2540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defRPr/>
            </a:pPr>
            <a:r>
              <a:rPr lang="en-US" altLang="ko-KR" sz="1051" b="1" kern="0" spc="-100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Service </a:t>
            </a:r>
            <a:r>
              <a:rPr lang="en-US" altLang="ko-KR" sz="1051" b="1" kern="0" spc="-100" dirty="0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DB</a:t>
            </a:r>
            <a:endParaRPr lang="en-US" altLang="ko-KR" sz="1051" b="1" kern="0" spc="-100" dirty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54" name="AutoShape 11"/>
          <p:cNvSpPr>
            <a:spLocks noChangeArrowheads="1"/>
          </p:cNvSpPr>
          <p:nvPr/>
        </p:nvSpPr>
        <p:spPr bwMode="auto">
          <a:xfrm>
            <a:off x="4260301" y="3238178"/>
            <a:ext cx="1792345" cy="1679274"/>
          </a:xfrm>
          <a:prstGeom prst="roundRect">
            <a:avLst>
              <a:gd name="adj" fmla="val 6472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 w="12700">
            <a:solidFill>
              <a:srgbClr val="365F8C"/>
            </a:solidFill>
            <a:prstDash val="sysDot"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56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28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00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72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55" name="직사각형 254"/>
          <p:cNvSpPr/>
          <p:nvPr/>
        </p:nvSpPr>
        <p:spPr>
          <a:xfrm>
            <a:off x="4346747" y="3246119"/>
            <a:ext cx="1608044" cy="3693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200" b="1" kern="0" spc="-51" dirty="0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하둡 기반 저장 시스템</a:t>
            </a:r>
            <a:endParaRPr lang="ko-KR" altLang="en-US" sz="1200" b="1" kern="0" spc="-51" dirty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56" name="모서리가 둥근 직사각형 255"/>
          <p:cNvSpPr/>
          <p:nvPr/>
        </p:nvSpPr>
        <p:spPr>
          <a:xfrm>
            <a:off x="4381990" y="4312845"/>
            <a:ext cx="1590710" cy="543713"/>
          </a:xfrm>
          <a:prstGeom prst="roundRect">
            <a:avLst/>
          </a:prstGeom>
          <a:solidFill>
            <a:srgbClr val="0070C0"/>
          </a:solidFill>
          <a:ln w="19050">
            <a:solidFill>
              <a:schemeClr val="bg1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lvl="0" algn="ctr" latinLnBrk="0">
              <a:lnSpc>
                <a:spcPct val="150000"/>
              </a:lnSpc>
              <a:defRPr/>
            </a:pPr>
            <a:endParaRPr lang="en-US" altLang="ko-KR" sz="1200" b="1" kern="0" spc="-51" dirty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57" name="TextBox 256"/>
          <p:cNvSpPr txBox="1"/>
          <p:nvPr/>
        </p:nvSpPr>
        <p:spPr bwMode="auto">
          <a:xfrm>
            <a:off x="4440068" y="4251016"/>
            <a:ext cx="1514723" cy="6001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1200" b="1" kern="0" spc="-51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HDFS</a:t>
            </a:r>
            <a:endParaRPr lang="en-US" altLang="ko-KR" sz="1200" b="1" kern="0" spc="-51" dirty="0" smtClean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Streaming </a:t>
            </a:r>
            <a:r>
              <a:rPr lang="en-US" altLang="ko-KR" sz="1000" b="1" kern="0" spc="-51" dirty="0" smtClean="0">
                <a:ln w="1143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Sensor Data</a:t>
            </a:r>
            <a:endParaRPr lang="en-US" altLang="ko-KR" sz="1000" b="1" kern="0" spc="-51" dirty="0">
              <a:ln w="11430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58" name="모서리가 둥근 직사각형 257"/>
          <p:cNvSpPr/>
          <p:nvPr/>
        </p:nvSpPr>
        <p:spPr>
          <a:xfrm>
            <a:off x="4389862" y="3659710"/>
            <a:ext cx="1590710" cy="543713"/>
          </a:xfrm>
          <a:prstGeom prst="roundRect">
            <a:avLst/>
          </a:prstGeom>
          <a:solidFill>
            <a:srgbClr val="5B9BD5"/>
          </a:solidFill>
          <a:ln w="19050">
            <a:solidFill>
              <a:schemeClr val="bg1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lvl="0" algn="ctr" latinLnBrk="0">
              <a:lnSpc>
                <a:spcPct val="150000"/>
              </a:lnSpc>
              <a:defRPr/>
            </a:pPr>
            <a:endParaRPr lang="en-US" altLang="ko-KR" sz="1200" b="1" kern="0" spc="-51" dirty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59" name="TextBox 258"/>
          <p:cNvSpPr txBox="1"/>
          <p:nvPr/>
        </p:nvSpPr>
        <p:spPr bwMode="auto">
          <a:xfrm>
            <a:off x="4414259" y="3627056"/>
            <a:ext cx="1542510" cy="6001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1200" b="1" kern="0" spc="-51" smtClean="0">
                <a:ln w="1143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HBase  OpenTSDB</a:t>
            </a: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Time Series DataBase</a:t>
            </a:r>
            <a:endParaRPr lang="en-US" altLang="ko-KR" sz="1000" b="1" kern="0" spc="-51" dirty="0">
              <a:ln w="11430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60" name="AutoShape 11"/>
          <p:cNvSpPr>
            <a:spLocks noChangeArrowheads="1"/>
          </p:cNvSpPr>
          <p:nvPr/>
        </p:nvSpPr>
        <p:spPr bwMode="auto">
          <a:xfrm>
            <a:off x="4252163" y="1622363"/>
            <a:ext cx="1792345" cy="1523461"/>
          </a:xfrm>
          <a:prstGeom prst="roundRect">
            <a:avLst>
              <a:gd name="adj" fmla="val 6472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 w="12700">
            <a:solidFill>
              <a:srgbClr val="365F8C"/>
            </a:solidFill>
            <a:prstDash val="sysDot"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56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28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00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7213" indent="1588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61" name="직사각형 260"/>
          <p:cNvSpPr/>
          <p:nvPr/>
        </p:nvSpPr>
        <p:spPr>
          <a:xfrm>
            <a:off x="4269500" y="1640215"/>
            <a:ext cx="1757670" cy="3693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200" b="1" kern="0" spc="-51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데이터 처리</a:t>
            </a:r>
            <a:r>
              <a:rPr lang="en-US" altLang="ko-KR" sz="1200" b="1" kern="0" spc="-51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·</a:t>
            </a:r>
            <a:r>
              <a:rPr lang="ko-KR" altLang="en-US" sz="1200" b="1" kern="0" spc="-51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분석 시스템</a:t>
            </a:r>
            <a:endParaRPr lang="ko-KR" altLang="en-US" sz="1200" b="1" kern="0" spc="-51" dirty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62" name="모서리가 둥근 직사각형 261"/>
          <p:cNvSpPr/>
          <p:nvPr/>
        </p:nvSpPr>
        <p:spPr>
          <a:xfrm>
            <a:off x="4399899" y="2216779"/>
            <a:ext cx="1488433" cy="851568"/>
          </a:xfrm>
          <a:prstGeom prst="roundRect">
            <a:avLst/>
          </a:prstGeom>
          <a:solidFill>
            <a:srgbClr val="FFC000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3" name="TextBox 262"/>
          <p:cNvSpPr txBox="1"/>
          <p:nvPr/>
        </p:nvSpPr>
        <p:spPr bwMode="auto">
          <a:xfrm>
            <a:off x="4389862" y="1998091"/>
            <a:ext cx="1508505" cy="346249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1100" b="1" kern="0" spc="-5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예측</a:t>
            </a:r>
            <a:r>
              <a:rPr lang="en-US" altLang="ko-KR" sz="1100" b="1" kern="0" spc="-5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·</a:t>
            </a:r>
            <a:r>
              <a:rPr lang="ko-KR" altLang="en-US" sz="1100" b="1" kern="0" spc="-5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맞춤형</a:t>
            </a:r>
            <a:r>
              <a:rPr lang="en-US" altLang="ko-KR" sz="1100" b="1" kern="0" spc="-5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·</a:t>
            </a:r>
            <a:r>
              <a:rPr lang="ko-KR" altLang="en-US" sz="1100" b="1" kern="0" spc="-5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추천</a:t>
            </a:r>
            <a:endParaRPr lang="en-US" altLang="ko-KR" sz="1100" b="1" kern="0" spc="-51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66" name="TextBox 265"/>
          <p:cNvSpPr txBox="1"/>
          <p:nvPr/>
        </p:nvSpPr>
        <p:spPr bwMode="auto">
          <a:xfrm>
            <a:off x="4659165" y="2284470"/>
            <a:ext cx="1049646" cy="78483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solidFill>
                  <a:schemeClr val="accent1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LSTM + CNN</a:t>
            </a:r>
            <a:endParaRPr lang="en-US" altLang="ko-KR" sz="1000" b="1" kern="0" spc="-51" dirty="0" smtClean="0">
              <a:ln w="11430"/>
              <a:solidFill>
                <a:schemeClr val="accent1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solidFill>
                  <a:schemeClr val="accent1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DNN</a:t>
            </a:r>
          </a:p>
          <a:p>
            <a:pPr algn="ctr" latinLnBrk="0">
              <a:lnSpc>
                <a:spcPct val="150000"/>
              </a:lnSpc>
              <a:defRPr/>
            </a:pPr>
            <a:r>
              <a:rPr lang="en-US" altLang="ko-KR" sz="1000" b="1" kern="0" spc="-51" smtClean="0">
                <a:ln w="11430"/>
                <a:solidFill>
                  <a:schemeClr val="accent1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Consulting</a:t>
            </a:r>
            <a:endParaRPr lang="en-US" altLang="ko-KR" sz="1000" b="1" kern="0" spc="-51" dirty="0">
              <a:ln w="11430"/>
              <a:solidFill>
                <a:schemeClr val="accent1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sp>
        <p:nvSpPr>
          <p:cNvPr id="267" name="TextBox 266"/>
          <p:cNvSpPr txBox="1"/>
          <p:nvPr/>
        </p:nvSpPr>
        <p:spPr bwMode="auto">
          <a:xfrm>
            <a:off x="4306173" y="5633675"/>
            <a:ext cx="1707473" cy="2540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latinLnBrk="0">
              <a:defRPr/>
            </a:pPr>
            <a:r>
              <a:rPr lang="en-US" altLang="ko-KR" sz="1051" b="1" kern="0" spc="-100" smtClean="0">
                <a:ln w="11430"/>
                <a:solidFill>
                  <a:srgbClr val="00206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  <a:ea typeface="HY헤드라인M" pitchFamily="18" charset="-127"/>
                <a:cs typeface="Arial" pitchFamily="34" charset="0"/>
              </a:rPr>
              <a:t>HA Cluster Architecture</a:t>
            </a:r>
            <a:endParaRPr lang="en-US" altLang="ko-KR" sz="1051" b="1" kern="0" spc="-100" dirty="0">
              <a:ln w="11430"/>
              <a:solidFill>
                <a:srgbClr val="00206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  <a:ea typeface="HY헤드라인M" pitchFamily="18" charset="-127"/>
              <a:cs typeface="Arial" pitchFamily="34" charset="0"/>
            </a:endParaRPr>
          </a:p>
        </p:txBody>
      </p:sp>
      <p:cxnSp>
        <p:nvCxnSpPr>
          <p:cNvPr id="274" name="꺾인 연결선 273"/>
          <p:cNvCxnSpPr/>
          <p:nvPr/>
        </p:nvCxnSpPr>
        <p:spPr>
          <a:xfrm rot="10800000">
            <a:off x="2759487" y="2343169"/>
            <a:ext cx="490522" cy="1464091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꺾인 연결선 278"/>
          <p:cNvCxnSpPr/>
          <p:nvPr/>
        </p:nvCxnSpPr>
        <p:spPr>
          <a:xfrm rot="10800000" flipV="1">
            <a:off x="2759487" y="3079474"/>
            <a:ext cx="490522" cy="1809357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sys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8" name="개체 2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0408685"/>
              </p:ext>
            </p:extLst>
          </p:nvPr>
        </p:nvGraphicFramePr>
        <p:xfrm>
          <a:off x="7666215" y="2670684"/>
          <a:ext cx="1755902" cy="987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" name="Image" r:id="rId17" imgW="5079240" imgH="2856960" progId="Photoshop.Image.13">
                  <p:embed/>
                </p:oleObj>
              </mc:Choice>
              <mc:Fallback>
                <p:oleObj name="Image" r:id="rId17" imgW="5079240" imgH="2856960" progId="Photoshop.Image.1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666215" y="2670684"/>
                        <a:ext cx="1755902" cy="9876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9" name="개체 2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400087"/>
              </p:ext>
            </p:extLst>
          </p:nvPr>
        </p:nvGraphicFramePr>
        <p:xfrm>
          <a:off x="9521205" y="2664593"/>
          <a:ext cx="1774331" cy="987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" name="Image" r:id="rId19" imgW="5079240" imgH="2996640" progId="Photoshop.Image.13">
                  <p:embed/>
                </p:oleObj>
              </mc:Choice>
              <mc:Fallback>
                <p:oleObj name="Image" r:id="rId19" imgW="5079240" imgH="2996640" progId="Photoshop.Image.1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521205" y="2664593"/>
                        <a:ext cx="1774331" cy="9876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3294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15" name="그룹 114"/>
          <p:cNvGrpSpPr/>
          <p:nvPr/>
        </p:nvGrpSpPr>
        <p:grpSpPr>
          <a:xfrm>
            <a:off x="117409" y="869203"/>
            <a:ext cx="11937742" cy="5476875"/>
            <a:chOff x="117409" y="582852"/>
            <a:chExt cx="11892886" cy="6198948"/>
          </a:xfrm>
        </p:grpSpPr>
        <p:sp>
          <p:nvSpPr>
            <p:cNvPr id="4" name="직사각형 3"/>
            <p:cNvSpPr/>
            <p:nvPr/>
          </p:nvSpPr>
          <p:spPr>
            <a:xfrm>
              <a:off x="176868" y="6158109"/>
              <a:ext cx="11829758" cy="48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MySQL Server</a:t>
              </a:r>
            </a:p>
            <a:p>
              <a:r>
                <a:rPr lang="en-US" altLang="ko-KR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Data replication 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1494865" y="887437"/>
              <a:ext cx="1471832" cy="5894363"/>
            </a:xfrm>
            <a:prstGeom prst="rect">
              <a:avLst/>
            </a:prstGeom>
            <a:no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6900685" y="887438"/>
              <a:ext cx="1471832" cy="5894362"/>
            </a:xfrm>
            <a:prstGeom prst="rect">
              <a:avLst/>
            </a:prstGeom>
            <a:no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296805" y="887438"/>
              <a:ext cx="1471832" cy="5894362"/>
            </a:xfrm>
            <a:prstGeom prst="rect">
              <a:avLst/>
            </a:prstGeom>
            <a:no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5098745" y="887438"/>
              <a:ext cx="1471832" cy="5894362"/>
            </a:xfrm>
            <a:prstGeom prst="rect">
              <a:avLst/>
            </a:prstGeom>
            <a:no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8693919" y="887438"/>
              <a:ext cx="1471832" cy="5894362"/>
            </a:xfrm>
            <a:prstGeom prst="rect">
              <a:avLst/>
            </a:prstGeom>
            <a:no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0449450" y="887438"/>
              <a:ext cx="1471832" cy="5894362"/>
            </a:xfrm>
            <a:prstGeom prst="rect">
              <a:avLst/>
            </a:prstGeom>
            <a:noFill/>
            <a:ln w="19050"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760240" y="1623870"/>
              <a:ext cx="11065344" cy="6911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OpenTSDB</a:t>
              </a:r>
              <a:endParaRPr lang="en-US" altLang="ko-KR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ko-KR" sz="8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RO: Replicas 12</a:t>
              </a:r>
            </a:p>
            <a:p>
              <a:r>
                <a:rPr lang="en-US" altLang="ko-KR" sz="8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WO: Replicas 16</a:t>
              </a:r>
              <a:endParaRPr lang="en-US" altLang="ko-KR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176868" y="986500"/>
              <a:ext cx="11833427" cy="185928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230900" y="1073178"/>
              <a:ext cx="9594684" cy="4516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Ingress-Router</a:t>
              </a:r>
            </a:p>
            <a:p>
              <a:r>
                <a:rPr lang="en-US" altLang="ko-KR" sz="8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Replicas 12</a:t>
              </a: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7035026" y="5685977"/>
              <a:ext cx="1168911" cy="2725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RabbitMQ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8828260" y="5685977"/>
              <a:ext cx="1168911" cy="2725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RabbitMQ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0583791" y="5686417"/>
              <a:ext cx="1168911" cy="2725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RabbitMQ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3455376" y="1150689"/>
              <a:ext cx="1151792" cy="2725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Ingress-router…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5258765" y="1150688"/>
              <a:ext cx="1151792" cy="2725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Ingress-router…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7069264" y="1143792"/>
              <a:ext cx="1151792" cy="2725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Ingress-router…</a:t>
              </a:r>
              <a:endParaRPr lang="ko-KR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8866689" y="1143791"/>
              <a:ext cx="1151792" cy="2725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Ingress-router…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10600910" y="1143790"/>
              <a:ext cx="1151792" cy="2725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Ingress-router…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1731068" y="1727012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TSD-WO…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3409639" y="1728810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TSD-WO…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5238271" y="1734290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TSD-WO…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7024005" y="1726220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TSD-WO…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8842759" y="1729729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TSD-WO…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10542956" y="1727785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TSD-WO…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3495127" y="1941872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</a:t>
              </a:r>
              <a:r>
                <a:rPr lang="en-US" altLang="ko-KR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O…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5313549" y="1947351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</a:t>
              </a:r>
              <a:r>
                <a:rPr lang="en-US" altLang="ko-KR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O…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7099283" y="1954971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</a:t>
              </a:r>
              <a:r>
                <a:rPr lang="en-US" altLang="ko-KR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O…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8918037" y="1958480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</a:t>
              </a:r>
              <a:r>
                <a:rPr lang="en-US" altLang="ko-KR" sz="1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O…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0618234" y="1952447"/>
              <a:ext cx="1151792" cy="27256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TSD-</a:t>
              </a:r>
              <a:r>
                <a:rPr lang="en-US" altLang="ko-KR" sz="1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ko-KR" sz="10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O…</a:t>
              </a:r>
              <a:endParaRPr lang="ko-KR" altLang="en-US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469374" y="2456788"/>
              <a:ext cx="1151792" cy="2725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Kube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Node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616286" y="2456789"/>
              <a:ext cx="1228990" cy="27256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Kube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Master [Act]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5259010" y="2456788"/>
              <a:ext cx="1151792" cy="2725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Kube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Node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7058067" y="2458890"/>
              <a:ext cx="1170148" cy="2725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Kube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Master [</a:t>
              </a:r>
              <a:r>
                <a:rPr lang="en-US" altLang="ko-KR" sz="10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Stb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8820969" y="2454576"/>
              <a:ext cx="1203140" cy="2725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Kube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Master [</a:t>
              </a:r>
              <a:r>
                <a:rPr lang="en-US" altLang="ko-KR" sz="10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Stb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0618234" y="2466510"/>
              <a:ext cx="1151792" cy="2725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Kube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Node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94452" y="1132792"/>
              <a:ext cx="400110" cy="159434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Kubernetes Cluster</a:t>
              </a:r>
              <a:endParaRPr lang="ko-KR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879563" y="582852"/>
              <a:ext cx="702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KIOT1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680054" y="582852"/>
              <a:ext cx="702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KIOT2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62949" y="589074"/>
              <a:ext cx="702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KIOT3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245844" y="605156"/>
              <a:ext cx="702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KIOT4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091367" y="604642"/>
              <a:ext cx="702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KIOT5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0834147" y="582852"/>
              <a:ext cx="7024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KIOT6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1654885" y="3062596"/>
              <a:ext cx="1151792" cy="2725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ZooKeeper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76868" y="2956450"/>
              <a:ext cx="10060481" cy="4886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ZooKeeper</a:t>
              </a:r>
              <a:endParaRPr lang="en-US" altLang="ko-KR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ko-KR" sz="1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</a:t>
              </a:r>
              <a:endParaRPr lang="ko-KR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3469374" y="3062596"/>
              <a:ext cx="1151792" cy="2725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ZooKeeper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5258765" y="3059566"/>
              <a:ext cx="1151792" cy="2725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ZooKeeper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7075876" y="3060761"/>
              <a:ext cx="1151792" cy="2725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ZooKeeper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8871949" y="3056856"/>
              <a:ext cx="1151792" cy="2725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ZooKeeper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1616286" y="3620354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Bak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176868" y="3565409"/>
              <a:ext cx="11833427" cy="4886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HBase</a:t>
              </a:r>
              <a:endParaRPr lang="en-US" altLang="ko-KR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ko-KR" sz="1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</a:t>
              </a:r>
              <a:endParaRPr lang="ko-KR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타원 53"/>
            <p:cNvSpPr/>
            <p:nvPr/>
          </p:nvSpPr>
          <p:spPr>
            <a:xfrm>
              <a:off x="8097005" y="1118284"/>
              <a:ext cx="171900" cy="16002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ko-KR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타원 54"/>
            <p:cNvSpPr/>
            <p:nvPr/>
          </p:nvSpPr>
          <p:spPr>
            <a:xfrm>
              <a:off x="9883022" y="1126949"/>
              <a:ext cx="171900" cy="16002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ko-KR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타원 55"/>
            <p:cNvSpPr/>
            <p:nvPr/>
          </p:nvSpPr>
          <p:spPr>
            <a:xfrm>
              <a:off x="11617243" y="1118284"/>
              <a:ext cx="171900" cy="16002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ko-KR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타원 56"/>
            <p:cNvSpPr/>
            <p:nvPr/>
          </p:nvSpPr>
          <p:spPr>
            <a:xfrm>
              <a:off x="4445430" y="1702481"/>
              <a:ext cx="171900" cy="16002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ko-KR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타원 57"/>
            <p:cNvSpPr/>
            <p:nvPr/>
          </p:nvSpPr>
          <p:spPr>
            <a:xfrm>
              <a:off x="6255802" y="1702481"/>
              <a:ext cx="171900" cy="16002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ko-KR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타원 58"/>
            <p:cNvSpPr/>
            <p:nvPr/>
          </p:nvSpPr>
          <p:spPr>
            <a:xfrm>
              <a:off x="8045264" y="1686514"/>
              <a:ext cx="171900" cy="16002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ko-KR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타원 59"/>
            <p:cNvSpPr/>
            <p:nvPr/>
          </p:nvSpPr>
          <p:spPr>
            <a:xfrm>
              <a:off x="8121788" y="1919281"/>
              <a:ext cx="171900" cy="16002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ko-KR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타원 60"/>
            <p:cNvSpPr/>
            <p:nvPr/>
          </p:nvSpPr>
          <p:spPr>
            <a:xfrm>
              <a:off x="9942171" y="1926588"/>
              <a:ext cx="171900" cy="16002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ko-KR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타원 61"/>
            <p:cNvSpPr/>
            <p:nvPr/>
          </p:nvSpPr>
          <p:spPr>
            <a:xfrm>
              <a:off x="11625905" y="1918773"/>
              <a:ext cx="171900" cy="16002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ko-KR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타원 62"/>
            <p:cNvSpPr/>
            <p:nvPr/>
          </p:nvSpPr>
          <p:spPr>
            <a:xfrm>
              <a:off x="117409" y="641763"/>
              <a:ext cx="171900" cy="16002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ko-KR" alt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45699" y="591847"/>
              <a:ext cx="73289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Preferred</a:t>
              </a:r>
              <a:endParaRPr lang="ko-KR" alt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2263376" y="3620354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3423814" y="3620354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Bak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4070904" y="3620354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5230287" y="3620354"/>
              <a:ext cx="576015" cy="3787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</a:t>
              </a:r>
            </a:p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[Act]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5877377" y="3620354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7027970" y="3615739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Bak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7675060" y="3615739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8820136" y="3615739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Bak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9467226" y="3615739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10566656" y="3615739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ko-KR" sz="10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Bak</a:t>
              </a:r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11213746" y="3615739"/>
              <a:ext cx="576015" cy="3787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</a:t>
              </a:r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176868" y="4172298"/>
              <a:ext cx="11833427" cy="58589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Hadoop</a:t>
              </a:r>
            </a:p>
            <a:p>
              <a:r>
                <a:rPr lang="en-US" altLang="ko-KR" sz="1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</a:t>
              </a:r>
            </a:p>
            <a:p>
              <a:r>
                <a:rPr lang="en-US" altLang="ko-KR" sz="8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Data replication 3</a:t>
              </a:r>
              <a:endParaRPr lang="ko-KR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1612836" y="4234292"/>
              <a:ext cx="579465" cy="4662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Name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[Sec]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2259395" y="4227990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2264822" y="4490638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Journal</a:t>
              </a: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3428144" y="4234292"/>
              <a:ext cx="579465" cy="46625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Name</a:t>
              </a:r>
            </a:p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[Act]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4074703" y="4227990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4080130" y="4490638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Journal</a:t>
              </a: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5240165" y="4234292"/>
              <a:ext cx="579465" cy="4662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Name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[Sec]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5886724" y="4227990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5892151" y="4490638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Journal</a:t>
              </a: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7023074" y="4234292"/>
              <a:ext cx="579465" cy="4662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Name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[Sec]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7669633" y="4227990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7675060" y="4490638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Journal</a:t>
              </a: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8824267" y="4232373"/>
              <a:ext cx="579465" cy="4662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Name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[Sec]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9470826" y="4226071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9476253" y="4488719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Journal</a:t>
              </a: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10567150" y="4232373"/>
              <a:ext cx="579465" cy="4662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Name</a:t>
              </a:r>
            </a:p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[Sec]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11213709" y="4226071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11219136" y="4488719"/>
              <a:ext cx="578669" cy="20990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Journal</a:t>
              </a: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176868" y="4876477"/>
              <a:ext cx="11833427" cy="61645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b="1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Redis</a:t>
              </a:r>
              <a:r>
                <a:rPr lang="en-US" altLang="ko-KR" sz="1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sz="14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</a:t>
              </a:r>
            </a:p>
            <a:p>
              <a:r>
                <a:rPr lang="en-US" altLang="ko-KR" sz="8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Data </a:t>
              </a:r>
              <a:r>
                <a:rPr lang="en-US" altLang="ko-KR" sz="800" dirty="0" err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sharding</a:t>
              </a:r>
              <a:endParaRPr lang="en-US" altLang="ko-KR" sz="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ko-KR" sz="8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 Data replication 3</a:t>
              </a:r>
              <a:endParaRPr lang="en-US" altLang="ko-KR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1598307" y="4951816"/>
              <a:ext cx="679266" cy="4662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 1</a:t>
              </a: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2351666" y="4945514"/>
              <a:ext cx="495206" cy="209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Slave</a:t>
              </a:r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2345255" y="5208162"/>
              <a:ext cx="500634" cy="209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Slave</a:t>
              </a: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5215761" y="4951816"/>
              <a:ext cx="679266" cy="4662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 2</a:t>
              </a: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5969120" y="4945514"/>
              <a:ext cx="495206" cy="209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Slave</a:t>
              </a: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5962709" y="5208162"/>
              <a:ext cx="500634" cy="209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Slave</a:t>
              </a: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7000720" y="4951816"/>
              <a:ext cx="679266" cy="4662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 3</a:t>
              </a: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7754079" y="4945514"/>
              <a:ext cx="495206" cy="209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Slave</a:t>
              </a: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7747668" y="5208162"/>
              <a:ext cx="500634" cy="209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Slave</a:t>
              </a:r>
            </a:p>
          </p:txBody>
        </p:sp>
        <p:sp>
          <p:nvSpPr>
            <p:cNvPr id="105" name="직사각형 104"/>
            <p:cNvSpPr/>
            <p:nvPr/>
          </p:nvSpPr>
          <p:spPr>
            <a:xfrm>
              <a:off x="8814134" y="4950306"/>
              <a:ext cx="679266" cy="4662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 4</a:t>
              </a: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9567493" y="4944004"/>
              <a:ext cx="495206" cy="209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Slave</a:t>
              </a:r>
            </a:p>
          </p:txBody>
        </p:sp>
        <p:sp>
          <p:nvSpPr>
            <p:cNvPr id="107" name="직사각형 106"/>
            <p:cNvSpPr/>
            <p:nvPr/>
          </p:nvSpPr>
          <p:spPr>
            <a:xfrm>
              <a:off x="9561082" y="5206652"/>
              <a:ext cx="500634" cy="209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Slave</a:t>
              </a:r>
            </a:p>
          </p:txBody>
        </p:sp>
        <p:sp>
          <p:nvSpPr>
            <p:cNvPr id="108" name="직사각형 107"/>
            <p:cNvSpPr/>
            <p:nvPr/>
          </p:nvSpPr>
          <p:spPr>
            <a:xfrm>
              <a:off x="10550223" y="4953379"/>
              <a:ext cx="679266" cy="4662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Master 5</a:t>
              </a:r>
            </a:p>
          </p:txBody>
        </p:sp>
        <p:sp>
          <p:nvSpPr>
            <p:cNvPr id="109" name="직사각형 108"/>
            <p:cNvSpPr/>
            <p:nvPr/>
          </p:nvSpPr>
          <p:spPr>
            <a:xfrm>
              <a:off x="11303582" y="4947077"/>
              <a:ext cx="495206" cy="209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Slave</a:t>
              </a:r>
            </a:p>
          </p:txBody>
        </p:sp>
        <p:sp>
          <p:nvSpPr>
            <p:cNvPr id="110" name="직사각형 109"/>
            <p:cNvSpPr/>
            <p:nvPr/>
          </p:nvSpPr>
          <p:spPr>
            <a:xfrm>
              <a:off x="11297171" y="5209725"/>
              <a:ext cx="500634" cy="20990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Slave</a:t>
              </a:r>
            </a:p>
          </p:txBody>
        </p:sp>
        <p:sp>
          <p:nvSpPr>
            <p:cNvPr id="111" name="직사각형 110"/>
            <p:cNvSpPr/>
            <p:nvPr/>
          </p:nvSpPr>
          <p:spPr>
            <a:xfrm>
              <a:off x="176868" y="5610282"/>
              <a:ext cx="11833427" cy="42124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MQTT</a:t>
              </a:r>
              <a:endParaRPr lang="en-US" altLang="ko-KR" sz="1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ko-KR" sz="1400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</a:t>
              </a:r>
              <a:endParaRPr lang="ko-KR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직사각형 111"/>
            <p:cNvSpPr/>
            <p:nvPr/>
          </p:nvSpPr>
          <p:spPr>
            <a:xfrm>
              <a:off x="8828260" y="6241336"/>
              <a:ext cx="1168911" cy="31249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MySQL Server [Master, RW]</a:t>
              </a:r>
              <a:endParaRPr lang="ko-KR" alt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직사각형 112"/>
            <p:cNvSpPr/>
            <p:nvPr/>
          </p:nvSpPr>
          <p:spPr>
            <a:xfrm>
              <a:off x="7048253" y="6241856"/>
              <a:ext cx="1168911" cy="31249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MySQL Server [Second, RO]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직사각형 113"/>
            <p:cNvSpPr/>
            <p:nvPr/>
          </p:nvSpPr>
          <p:spPr>
            <a:xfrm>
              <a:off x="10596888" y="6241336"/>
              <a:ext cx="1168911" cy="31249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MySQL Server [Second, RO]</a:t>
              </a:r>
              <a:endParaRPr lang="ko-KR" alt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6" name="제목 2"/>
          <p:cNvSpPr>
            <a:spLocks noGrp="1"/>
          </p:cNvSpPr>
          <p:nvPr>
            <p:ph type="title"/>
          </p:nvPr>
        </p:nvSpPr>
        <p:spPr>
          <a:xfrm>
            <a:off x="1478758" y="150750"/>
            <a:ext cx="4931567" cy="354900"/>
          </a:xfrm>
        </p:spPr>
        <p:txBody>
          <a:bodyPr anchor="ctr" anchorCtr="0">
            <a:normAutofit fontScale="90000"/>
          </a:bodyPr>
          <a:lstStyle/>
          <a:p>
            <a:r>
              <a:rPr lang="en-US" altLang="ko-KR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KIOT</a:t>
            </a:r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플랫폼 문제점</a:t>
            </a:r>
            <a:r>
              <a:rPr lang="en-US" altLang="ko-KR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(2</a:t>
            </a:r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년 지남</a:t>
            </a:r>
            <a:r>
              <a:rPr lang="en-US" altLang="ko-KR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15075" y="1225833"/>
            <a:ext cx="127791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5</a:t>
            </a:r>
            <a:r>
              <a:rPr lang="ko-KR" altLang="en-US" b="1" smtClean="0"/>
              <a:t>단계 낮음</a:t>
            </a:r>
            <a:endParaRPr lang="ko-KR" altLang="en-US" b="1"/>
          </a:p>
        </p:txBody>
      </p:sp>
      <p:sp>
        <p:nvSpPr>
          <p:cNvPr id="117" name="TextBox 116"/>
          <p:cNvSpPr txBox="1"/>
          <p:nvPr/>
        </p:nvSpPr>
        <p:spPr>
          <a:xfrm>
            <a:off x="1500060" y="2973048"/>
            <a:ext cx="127791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2</a:t>
            </a:r>
            <a:r>
              <a:rPr lang="ko-KR" altLang="en-US" b="1" smtClean="0"/>
              <a:t>단계 낮음</a:t>
            </a:r>
            <a:endParaRPr lang="ko-KR" altLang="en-US" b="1"/>
          </a:p>
        </p:txBody>
      </p:sp>
      <p:sp>
        <p:nvSpPr>
          <p:cNvPr id="118" name="TextBox 117"/>
          <p:cNvSpPr txBox="1"/>
          <p:nvPr/>
        </p:nvSpPr>
        <p:spPr>
          <a:xfrm>
            <a:off x="1490446" y="3531442"/>
            <a:ext cx="127791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2</a:t>
            </a:r>
            <a:r>
              <a:rPr lang="ko-KR" altLang="en-US" b="1" smtClean="0"/>
              <a:t>단계 낮음</a:t>
            </a:r>
            <a:endParaRPr lang="ko-KR" altLang="en-US" b="1"/>
          </a:p>
        </p:txBody>
      </p:sp>
      <p:sp>
        <p:nvSpPr>
          <p:cNvPr id="119" name="TextBox 118"/>
          <p:cNvSpPr txBox="1"/>
          <p:nvPr/>
        </p:nvSpPr>
        <p:spPr>
          <a:xfrm>
            <a:off x="1500060" y="4053952"/>
            <a:ext cx="127791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2</a:t>
            </a:r>
            <a:r>
              <a:rPr lang="ko-KR" altLang="en-US" b="1" smtClean="0"/>
              <a:t>단계 낮음</a:t>
            </a:r>
            <a:endParaRPr lang="ko-KR" altLang="en-US" b="1"/>
          </a:p>
        </p:txBody>
      </p:sp>
      <p:sp>
        <p:nvSpPr>
          <p:cNvPr id="120" name="TextBox 119"/>
          <p:cNvSpPr txBox="1"/>
          <p:nvPr/>
        </p:nvSpPr>
        <p:spPr>
          <a:xfrm>
            <a:off x="1509830" y="4679044"/>
            <a:ext cx="127791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2</a:t>
            </a:r>
            <a:r>
              <a:rPr lang="ko-KR" altLang="en-US" b="1" smtClean="0"/>
              <a:t>단계 낮음</a:t>
            </a:r>
            <a:endParaRPr lang="ko-KR" altLang="en-US" b="1"/>
          </a:p>
        </p:txBody>
      </p:sp>
      <p:sp>
        <p:nvSpPr>
          <p:cNvPr id="121" name="TextBox 120"/>
          <p:cNvSpPr txBox="1"/>
          <p:nvPr/>
        </p:nvSpPr>
        <p:spPr>
          <a:xfrm>
            <a:off x="1509830" y="5328271"/>
            <a:ext cx="127791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2</a:t>
            </a:r>
            <a:r>
              <a:rPr lang="ko-KR" altLang="en-US" b="1" smtClean="0"/>
              <a:t>단계 낮음</a:t>
            </a:r>
            <a:endParaRPr lang="ko-KR" altLang="en-US" b="1"/>
          </a:p>
        </p:txBody>
      </p:sp>
      <p:sp>
        <p:nvSpPr>
          <p:cNvPr id="122" name="TextBox 121"/>
          <p:cNvSpPr txBox="1"/>
          <p:nvPr/>
        </p:nvSpPr>
        <p:spPr>
          <a:xfrm>
            <a:off x="4986694" y="1146626"/>
            <a:ext cx="4720259" cy="273921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b="1" smtClean="0"/>
              <a:t>#KIOT</a:t>
            </a:r>
            <a:r>
              <a:rPr lang="ko-KR" altLang="en-US" b="1" smtClean="0"/>
              <a:t>플랫폼 문제점</a:t>
            </a:r>
            <a:endParaRPr lang="en-US" altLang="ko-KR" b="1" smtClean="0"/>
          </a:p>
          <a:p>
            <a:endParaRPr lang="en-US" altLang="ko-KR" sz="1400" b="1" smtClean="0"/>
          </a:p>
          <a:p>
            <a:r>
              <a:rPr lang="en-US" altLang="ko-KR" sz="1400" b="1" smtClean="0"/>
              <a:t>-</a:t>
            </a:r>
            <a:r>
              <a:rPr lang="ko-KR" altLang="en-US" sz="1400" b="1" smtClean="0"/>
              <a:t>클러스터 확장시 버전 차이로 어려움</a:t>
            </a:r>
            <a:endParaRPr lang="en-US" altLang="ko-KR" sz="1400" b="1" smtClean="0">
              <a:solidFill>
                <a:srgbClr val="0000FF"/>
              </a:solidFill>
            </a:endParaRPr>
          </a:p>
          <a:p>
            <a:endParaRPr lang="en-US" altLang="ko-KR" sz="1400" b="1"/>
          </a:p>
          <a:p>
            <a:r>
              <a:rPr lang="en-US" altLang="ko-KR" sz="1400" b="1" smtClean="0"/>
              <a:t>-</a:t>
            </a:r>
            <a:r>
              <a:rPr lang="ko-KR" altLang="en-US" sz="1400" b="1" smtClean="0"/>
              <a:t>버전 업그레이드가 신규 설치보다 난이도 높음</a:t>
            </a:r>
            <a:endParaRPr lang="en-US" altLang="ko-KR" sz="1400" b="1" smtClean="0"/>
          </a:p>
          <a:p>
            <a:endParaRPr lang="en-US" altLang="ko-KR" sz="1400" b="1"/>
          </a:p>
          <a:p>
            <a:r>
              <a:rPr lang="en-US" altLang="ko-KR" sz="1400" b="1" smtClean="0"/>
              <a:t>-</a:t>
            </a:r>
            <a:r>
              <a:rPr lang="ko-KR" altLang="en-US" sz="1400" b="1" smtClean="0"/>
              <a:t>업그레이드 안 할 경우 보안상 취약점 발생할 가능성 있음</a:t>
            </a:r>
            <a:endParaRPr lang="en-US" altLang="ko-KR" sz="1400" b="1" smtClean="0"/>
          </a:p>
          <a:p>
            <a:endParaRPr lang="en-US" altLang="ko-KR" sz="1400" b="1"/>
          </a:p>
          <a:p>
            <a:r>
              <a:rPr lang="en-US" altLang="ko-KR" sz="1400" b="1" smtClean="0"/>
              <a:t>-</a:t>
            </a:r>
            <a:r>
              <a:rPr lang="ko-KR" altLang="en-US" sz="1400" b="1" smtClean="0"/>
              <a:t>외주 진행할 경우 많은 비용 발생함</a:t>
            </a:r>
            <a:endParaRPr lang="en-US" altLang="ko-KR" sz="1400" b="1" smtClean="0"/>
          </a:p>
          <a:p>
            <a:endParaRPr lang="en-US" altLang="ko-KR" sz="1400" b="1"/>
          </a:p>
          <a:p>
            <a:r>
              <a:rPr lang="en-US" altLang="ko-KR" sz="1400" b="1" smtClean="0"/>
              <a:t>-</a:t>
            </a:r>
            <a:r>
              <a:rPr lang="ko-KR" altLang="en-US" sz="1400" b="1" smtClean="0"/>
              <a:t>직접 진행할 경우 인력 보강 및 학습 시간 소요</a:t>
            </a:r>
            <a:endParaRPr lang="en-US" altLang="ko-KR" sz="1400" b="1" smtClean="0"/>
          </a:p>
          <a:p>
            <a:endParaRPr lang="en-US" altLang="ko-KR" sz="1400" b="1" smtClean="0"/>
          </a:p>
        </p:txBody>
      </p:sp>
    </p:spTree>
    <p:extLst>
      <p:ext uri="{BB962C8B-B14F-4D97-AF65-F5344CB8AC3E}">
        <p14:creationId xmlns:p14="http://schemas.microsoft.com/office/powerpoint/2010/main" val="170271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478757" y="150750"/>
            <a:ext cx="5549654" cy="354900"/>
          </a:xfrm>
        </p:spPr>
        <p:txBody>
          <a:bodyPr anchor="ctr" anchorCtr="0">
            <a:normAutofit fontScale="90000"/>
          </a:bodyPr>
          <a:lstStyle/>
          <a:p>
            <a:r>
              <a:rPr lang="en-US" altLang="ko-KR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KIOT-</a:t>
            </a:r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기상 서버 현재 상황 및 문제점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79425" y="1161327"/>
            <a:ext cx="11066965" cy="5006631"/>
          </a:xfrm>
          <a:prstGeom prst="rect">
            <a:avLst/>
          </a:prstGeom>
          <a:solidFill>
            <a:schemeClr val="accent1">
              <a:lumMod val="20000"/>
              <a:lumOff val="80000"/>
              <a:alpha val="99000"/>
            </a:schemeClr>
          </a:solidFill>
          <a:ln w="22225">
            <a:solidFill>
              <a:srgbClr val="0047BA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836766" y="1541437"/>
            <a:ext cx="1302280" cy="980345"/>
            <a:chOff x="1647335" y="2994867"/>
            <a:chExt cx="1206565" cy="889352"/>
          </a:xfrm>
          <a:solidFill>
            <a:schemeClr val="bg1"/>
          </a:solidFill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206565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solidFill>
                    <a:srgbClr val="0000FF"/>
                  </a:solidFill>
                  <a:latin typeface="+mj-lt"/>
                </a:rPr>
                <a:t>KIOT</a:t>
              </a:r>
              <a:r>
                <a:rPr lang="ko-KR" altLang="en-US" sz="1200" b="1" smtClean="0">
                  <a:solidFill>
                    <a:srgbClr val="0000FF"/>
                  </a:solidFill>
                  <a:latin typeface="+mj-lt"/>
                </a:rPr>
                <a:t>플랫폼</a:t>
              </a:r>
              <a:r>
                <a:rPr lang="en-US" altLang="ko-KR" sz="1200" b="1" smtClean="0">
                  <a:solidFill>
                    <a:srgbClr val="0000FF"/>
                  </a:solidFill>
                  <a:latin typeface="+mj-lt"/>
                </a:rPr>
                <a:t> * 6</a:t>
              </a:r>
              <a:r>
                <a:rPr lang="ko-KR" altLang="en-US" sz="1200" b="1" smtClean="0">
                  <a:solidFill>
                    <a:srgbClr val="0000FF"/>
                  </a:solidFill>
                  <a:latin typeface="+mj-lt"/>
                </a:rPr>
                <a:t>대</a:t>
              </a:r>
              <a:endParaRPr lang="en-US" altLang="ko-KR" sz="1200" b="1" smtClean="0">
                <a:solidFill>
                  <a:srgbClr val="0000FF"/>
                </a:solidFill>
                <a:latin typeface="+mj-lt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827617" y="2628767"/>
            <a:ext cx="1138103" cy="980345"/>
            <a:chOff x="1647335" y="2994867"/>
            <a:chExt cx="1054456" cy="889352"/>
          </a:xfrm>
          <a:solidFill>
            <a:schemeClr val="bg1"/>
          </a:solidFill>
        </p:grpSpPr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921410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mtClean="0">
                  <a:latin typeface="+mj-lt"/>
                </a:rPr>
                <a:t>구</a:t>
              </a:r>
              <a:r>
                <a:rPr lang="en-US" altLang="ko-KR" sz="1200" b="1" smtClean="0">
                  <a:latin typeface="+mj-lt"/>
                </a:rPr>
                <a:t>KIOT * 5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9893052" y="1541437"/>
            <a:ext cx="1366080" cy="980345"/>
            <a:chOff x="1647335" y="2994867"/>
            <a:chExt cx="1265678" cy="889352"/>
          </a:xfrm>
          <a:solidFill>
            <a:schemeClr val="bg1"/>
          </a:solidFill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265678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+mj-lt"/>
                </a:rPr>
                <a:t>SDoT </a:t>
              </a:r>
              <a:r>
                <a:rPr lang="ko-KR" altLang="en-US" sz="1200" b="1" smtClean="0">
                  <a:latin typeface="+mj-lt"/>
                </a:rPr>
                <a:t>개발용 </a:t>
              </a:r>
              <a:r>
                <a:rPr lang="en-US" altLang="ko-KR" sz="1200" b="1" smtClean="0">
                  <a:latin typeface="+mj-lt"/>
                </a:rPr>
                <a:t>* 2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2766435" y="1541437"/>
            <a:ext cx="1661032" cy="980345"/>
            <a:chOff x="1647335" y="2994867"/>
            <a:chExt cx="1538951" cy="889352"/>
          </a:xfrm>
          <a:solidFill>
            <a:schemeClr val="bg1"/>
          </a:solidFill>
        </p:grpSpPr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538951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+mj-lt"/>
                </a:rPr>
                <a:t>WEB-</a:t>
              </a:r>
              <a:r>
                <a:rPr lang="ko-KR" altLang="en-US" sz="1200" b="1" smtClean="0">
                  <a:latin typeface="+mj-lt"/>
                </a:rPr>
                <a:t>데이터센터 </a:t>
              </a:r>
              <a:r>
                <a:rPr lang="en-US" altLang="ko-KR" sz="1200" b="1" smtClean="0">
                  <a:latin typeface="+mj-lt"/>
                </a:rPr>
                <a:t>* 2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2738833" y="2590521"/>
            <a:ext cx="1292341" cy="980345"/>
            <a:chOff x="1647335" y="2994867"/>
            <a:chExt cx="1197358" cy="889352"/>
          </a:xfrm>
          <a:solidFill>
            <a:schemeClr val="bg1"/>
          </a:solidFill>
        </p:grpSpPr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197358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+mj-lt"/>
                </a:rPr>
                <a:t>WEB-Air365</a:t>
              </a:r>
              <a:r>
                <a:rPr lang="ko-KR" altLang="en-US" sz="1200" b="1" smtClean="0">
                  <a:latin typeface="+mj-lt"/>
                </a:rPr>
                <a:t> </a:t>
              </a:r>
              <a:r>
                <a:rPr lang="en-US" altLang="ko-KR" sz="1200" b="1" smtClean="0">
                  <a:latin typeface="+mj-lt"/>
                </a:rPr>
                <a:t>* 1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4540944" y="1546124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976065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smtClean="0"/>
                <a:t>Rodong2 * 1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4530952" y="2590521"/>
            <a:ext cx="1168910" cy="964956"/>
            <a:chOff x="1647335" y="2994867"/>
            <a:chExt cx="1082999" cy="875391"/>
          </a:xfrm>
          <a:solidFill>
            <a:schemeClr val="bg1"/>
          </a:solidFill>
        </p:grpSpPr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082999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천리안</a:t>
              </a:r>
              <a:r>
                <a:rPr lang="en-US" altLang="ko-KR" sz="1100" b="1" smtClean="0"/>
                <a:t>2</a:t>
              </a:r>
              <a:r>
                <a:rPr lang="ko-KR" altLang="en-US" sz="1100" b="1" smtClean="0"/>
                <a:t>호</a:t>
              </a:r>
              <a:r>
                <a:rPr lang="en-US" altLang="ko-KR" sz="1100" b="1" smtClean="0"/>
                <a:t> * 1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837561" y="3822285"/>
            <a:ext cx="1138102" cy="980345"/>
            <a:chOff x="1647335" y="2994867"/>
            <a:chExt cx="1054456" cy="889352"/>
          </a:xfrm>
          <a:solidFill>
            <a:schemeClr val="bg1"/>
          </a:solidFill>
        </p:grpSpPr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744376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+mj-lt"/>
                </a:rPr>
                <a:t>CMI * 2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6247030" y="1536449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647839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smtClean="0"/>
                <a:t>DB * 2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7843757" y="1541437"/>
            <a:ext cx="1237839" cy="964956"/>
            <a:chOff x="1647335" y="2994867"/>
            <a:chExt cx="1146862" cy="875391"/>
          </a:xfrm>
          <a:solidFill>
            <a:schemeClr val="bg1"/>
          </a:solidFill>
        </p:grpSpPr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146862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빅데이터팀</a:t>
              </a:r>
              <a:r>
                <a:rPr lang="en-US" altLang="ko-KR" sz="1100" b="1" smtClean="0"/>
                <a:t> * 1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9889102" y="2742650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885469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개발용</a:t>
              </a:r>
              <a:r>
                <a:rPr lang="en-US" altLang="ko-KR" sz="1100" b="1" smtClean="0"/>
                <a:t> * 2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2766435" y="3822285"/>
            <a:ext cx="1138103" cy="980345"/>
            <a:chOff x="1647335" y="2994867"/>
            <a:chExt cx="1054456" cy="889352"/>
          </a:xfrm>
          <a:solidFill>
            <a:schemeClr val="bg1"/>
          </a:solidFill>
        </p:grpSpPr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881785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+mj-lt"/>
                </a:rPr>
                <a:t>Zabbix</a:t>
              </a:r>
              <a:r>
                <a:rPr lang="ko-KR" altLang="en-US" sz="1200" b="1" smtClean="0">
                  <a:latin typeface="+mj-lt"/>
                </a:rPr>
                <a:t> </a:t>
              </a:r>
              <a:r>
                <a:rPr lang="en-US" altLang="ko-KR" sz="1200" b="1" smtClean="0">
                  <a:latin typeface="+mj-lt"/>
                </a:rPr>
                <a:t>* 1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7807632" y="2742650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754773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영업</a:t>
              </a:r>
              <a:r>
                <a:rPr lang="en-US" altLang="ko-KR" sz="1100" b="1" smtClean="0"/>
                <a:t> * 1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6246552" y="2628767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676057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smtClean="0"/>
                <a:t>API * 3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827617" y="5013219"/>
            <a:ext cx="1138102" cy="980345"/>
            <a:chOff x="1647335" y="2994867"/>
            <a:chExt cx="1054456" cy="889352"/>
          </a:xfrm>
          <a:solidFill>
            <a:schemeClr val="bg1"/>
          </a:solidFill>
        </p:grpSpPr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803427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+mj-lt"/>
                </a:rPr>
                <a:t>FOTA * 1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4540944" y="3814875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754773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날씨 </a:t>
              </a:r>
              <a:r>
                <a:rPr lang="en-US" altLang="ko-KR" sz="1100" b="1" smtClean="0"/>
                <a:t>* 2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2734168" y="4995349"/>
            <a:ext cx="1138103" cy="980345"/>
            <a:chOff x="1647335" y="2994867"/>
            <a:chExt cx="1054456" cy="889352"/>
          </a:xfrm>
          <a:solidFill>
            <a:schemeClr val="bg1"/>
          </a:solidFill>
        </p:grpSpPr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802299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mtClean="0">
                  <a:latin typeface="+mj-lt"/>
                </a:rPr>
                <a:t>기타 </a:t>
              </a:r>
              <a:r>
                <a:rPr lang="en-US" altLang="ko-KR" sz="1200" b="1" smtClean="0">
                  <a:latin typeface="+mj-lt"/>
                </a:rPr>
                <a:t>* 2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4540944" y="4995349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754773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기타 </a:t>
              </a:r>
              <a:r>
                <a:rPr lang="en-US" altLang="ko-KR" sz="1100" b="1" smtClean="0"/>
                <a:t>* 2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6304415" y="3810038"/>
            <a:ext cx="1237839" cy="964956"/>
            <a:chOff x="1647335" y="2994867"/>
            <a:chExt cx="1146862" cy="875391"/>
          </a:xfrm>
          <a:solidFill>
            <a:schemeClr val="bg1"/>
          </a:solidFill>
        </p:grpSpPr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146862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데이터파싱</a:t>
              </a:r>
              <a:r>
                <a:rPr lang="en-US" altLang="ko-KR" sz="1100" b="1" smtClean="0"/>
                <a:t> * 1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6304415" y="5013219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845368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smtClean="0"/>
                <a:t>Oracle * 2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sp>
        <p:nvSpPr>
          <p:cNvPr id="96" name="TextBox 95"/>
          <p:cNvSpPr txBox="1"/>
          <p:nvPr/>
        </p:nvSpPr>
        <p:spPr>
          <a:xfrm>
            <a:off x="8883971" y="3878842"/>
            <a:ext cx="2589962" cy="166199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mtClean="0"/>
              <a:t>#</a:t>
            </a:r>
            <a:r>
              <a:rPr lang="ko-KR" altLang="en-US" smtClean="0"/>
              <a:t>현재 문제점</a:t>
            </a:r>
            <a:endParaRPr lang="en-US" altLang="ko-KR" smtClean="0"/>
          </a:p>
          <a:p>
            <a:endParaRPr lang="en-US" altLang="ko-KR" sz="1400" b="1" smtClean="0"/>
          </a:p>
          <a:p>
            <a:r>
              <a:rPr lang="en-US" altLang="ko-KR" sz="1400" b="1" smtClean="0"/>
              <a:t>-</a:t>
            </a:r>
            <a:r>
              <a:rPr lang="ko-KR" altLang="en-US" sz="1400" b="1" smtClean="0"/>
              <a:t>성능 중급 이상  </a:t>
            </a:r>
            <a:r>
              <a:rPr lang="en-US" altLang="ko-KR" sz="1400" b="1" smtClean="0"/>
              <a:t>40</a:t>
            </a:r>
            <a:r>
              <a:rPr lang="ko-KR" altLang="en-US" sz="1400" b="1" smtClean="0"/>
              <a:t>여대</a:t>
            </a:r>
            <a:endParaRPr lang="en-US" altLang="ko-KR" sz="1400" b="1" smtClean="0"/>
          </a:p>
          <a:p>
            <a:endParaRPr lang="en-US" altLang="ko-KR" sz="1400" b="1"/>
          </a:p>
          <a:p>
            <a:r>
              <a:rPr lang="en-US" altLang="ko-KR" sz="1400" b="1" smtClean="0"/>
              <a:t>-</a:t>
            </a:r>
            <a:r>
              <a:rPr lang="ko-KR" altLang="en-US" sz="1400" b="1" smtClean="0"/>
              <a:t>관리 어려움</a:t>
            </a:r>
            <a:endParaRPr lang="en-US" altLang="ko-KR" sz="1400" b="1" smtClean="0"/>
          </a:p>
          <a:p>
            <a:endParaRPr lang="en-US" altLang="ko-KR" sz="1400" b="1"/>
          </a:p>
          <a:p>
            <a:r>
              <a:rPr lang="en-US" altLang="ko-KR" sz="1400" b="1" smtClean="0"/>
              <a:t>-</a:t>
            </a:r>
            <a:r>
              <a:rPr lang="ko-KR" altLang="en-US" sz="1400" b="1" smtClean="0"/>
              <a:t>효율적인 사용 필요함</a:t>
            </a:r>
            <a:endParaRPr lang="en-US" altLang="ko-KR" sz="1400" b="1" smtClean="0"/>
          </a:p>
        </p:txBody>
      </p:sp>
    </p:spTree>
    <p:extLst>
      <p:ext uri="{BB962C8B-B14F-4D97-AF65-F5344CB8AC3E}">
        <p14:creationId xmlns:p14="http://schemas.microsoft.com/office/powerpoint/2010/main" val="518350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478757" y="150750"/>
            <a:ext cx="5549654" cy="354900"/>
          </a:xfrm>
        </p:spPr>
        <p:txBody>
          <a:bodyPr anchor="ctr" anchorCtr="0">
            <a:normAutofit fontScale="90000"/>
          </a:bodyPr>
          <a:lstStyle/>
          <a:p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통합클러스터 구축 안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79425" y="1170649"/>
            <a:ext cx="6042673" cy="3046788"/>
          </a:xfrm>
          <a:prstGeom prst="rect">
            <a:avLst/>
          </a:prstGeom>
          <a:solidFill>
            <a:schemeClr val="accent1">
              <a:lumMod val="20000"/>
              <a:lumOff val="80000"/>
              <a:alpha val="99000"/>
            </a:schemeClr>
          </a:solidFill>
          <a:ln w="22225">
            <a:solidFill>
              <a:srgbClr val="0047BA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836765" y="1541437"/>
            <a:ext cx="1188146" cy="1165011"/>
            <a:chOff x="1647335" y="2994867"/>
            <a:chExt cx="1100820" cy="1056878"/>
          </a:xfrm>
          <a:solidFill>
            <a:schemeClr val="bg1"/>
          </a:solidFill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100820" cy="4188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smtClean="0">
                  <a:latin typeface="+mj-lt"/>
                </a:rPr>
                <a:t>kw-all  * 20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  <a:p>
              <a:r>
                <a:rPr lang="en-US" altLang="ko-KR" sz="1200" b="1" smtClean="0">
                  <a:latin typeface="+mj-lt"/>
                </a:rPr>
                <a:t>-</a:t>
              </a:r>
              <a:r>
                <a:rPr lang="ko-KR" altLang="en-US" sz="1200" b="1" smtClean="0">
                  <a:latin typeface="+mj-lt"/>
                </a:rPr>
                <a:t>운영 클러스터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827615" y="2908689"/>
            <a:ext cx="1515158" cy="980345"/>
            <a:chOff x="1647335" y="2994867"/>
            <a:chExt cx="1403800" cy="889352"/>
          </a:xfrm>
          <a:solidFill>
            <a:schemeClr val="bg1"/>
          </a:solidFill>
        </p:grpSpPr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1403800" cy="2512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mtClean="0">
                  <a:latin typeface="+mj-lt"/>
                </a:rPr>
                <a:t>개발 클러스터 </a:t>
              </a:r>
              <a:r>
                <a:rPr lang="en-US" altLang="ko-KR" sz="1200" b="1" smtClean="0">
                  <a:latin typeface="+mj-lt"/>
                </a:rPr>
                <a:t>* 6</a:t>
              </a:r>
              <a:r>
                <a:rPr lang="ko-KR" altLang="en-US" sz="1200" b="1" smtClean="0">
                  <a:latin typeface="+mj-lt"/>
                </a:rPr>
                <a:t>대</a:t>
              </a:r>
              <a:endParaRPr lang="en-US" altLang="ko-KR" sz="1200" b="1" smtClean="0">
                <a:latin typeface="+mj-lt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4540944" y="1546124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784477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기상 </a:t>
              </a:r>
              <a:r>
                <a:rPr lang="en-US" altLang="ko-KR" sz="1100" b="1" smtClean="0"/>
                <a:t> * 5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0E243B2A-55CE-4FD5-A95B-B660DD70F0C4}"/>
              </a:ext>
            </a:extLst>
          </p:cNvPr>
          <p:cNvGrpSpPr/>
          <p:nvPr/>
        </p:nvGrpSpPr>
        <p:grpSpPr>
          <a:xfrm>
            <a:off x="4531613" y="2924078"/>
            <a:ext cx="1138103" cy="964956"/>
            <a:chOff x="1647335" y="2994867"/>
            <a:chExt cx="1054456" cy="875391"/>
          </a:xfrm>
          <a:solidFill>
            <a:schemeClr val="bg1"/>
          </a:solidFill>
        </p:grpSpPr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13075924-AEAD-476A-A3C9-3EDCAE7CD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3728" y="2994867"/>
              <a:ext cx="638063" cy="6380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A7CB960-294D-405B-9221-22FBA782CC1A}"/>
                </a:ext>
              </a:extLst>
            </p:cNvPr>
            <p:cNvSpPr txBox="1"/>
            <p:nvPr/>
          </p:nvSpPr>
          <p:spPr>
            <a:xfrm>
              <a:off x="1647335" y="3632930"/>
              <a:ext cx="784477" cy="23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 smtClean="0"/>
                <a:t>기타 </a:t>
              </a:r>
              <a:r>
                <a:rPr lang="en-US" altLang="ko-KR" sz="1100" b="1" smtClean="0"/>
                <a:t> * 5</a:t>
              </a:r>
              <a:r>
                <a:rPr lang="ko-KR" altLang="en-US" sz="1100" b="1" smtClean="0"/>
                <a:t>대</a:t>
              </a:r>
              <a:endParaRPr lang="en-US" altLang="ko-KR" sz="1100" b="1">
                <a:solidFill>
                  <a:srgbClr val="0000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9543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478757" y="150750"/>
            <a:ext cx="5549654" cy="354900"/>
          </a:xfrm>
        </p:spPr>
        <p:txBody>
          <a:bodyPr anchor="ctr" anchorCtr="0">
            <a:normAutofit fontScale="90000"/>
          </a:bodyPr>
          <a:lstStyle/>
          <a:p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통합클러스터 구축 진행 및 필요사항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874713" y="1160463"/>
            <a:ext cx="3873864" cy="403187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b="1" smtClean="0"/>
              <a:t>#</a:t>
            </a:r>
            <a:r>
              <a:rPr lang="ko-KR" altLang="en-US" b="1" smtClean="0"/>
              <a:t>통합클러스터 구축 진행</a:t>
            </a:r>
            <a:endParaRPr lang="en-US" altLang="ko-KR" b="1" smtClean="0"/>
          </a:p>
          <a:p>
            <a:endParaRPr lang="en-US" altLang="ko-KR" sz="1400" b="1" smtClean="0"/>
          </a:p>
          <a:p>
            <a:pPr marL="342900" indent="-342900">
              <a:buAutoNum type="arabicPeriod"/>
            </a:pPr>
            <a:r>
              <a:rPr lang="en-US" altLang="ko-KR" sz="1400" b="1" smtClean="0"/>
              <a:t>1</a:t>
            </a:r>
            <a:r>
              <a:rPr lang="ko-KR" altLang="en-US" sz="1400" b="1" smtClean="0"/>
              <a:t>단계</a:t>
            </a:r>
            <a:r>
              <a:rPr lang="en-US" altLang="ko-KR" sz="1400" b="1" smtClean="0"/>
              <a:t>: kw-all </a:t>
            </a:r>
            <a:r>
              <a:rPr lang="ko-KR" altLang="en-US" sz="1400" b="1" smtClean="0"/>
              <a:t>클러스터 구축</a:t>
            </a:r>
            <a:r>
              <a:rPr lang="en-US" altLang="ko-KR" sz="1400" b="1" smtClean="0"/>
              <a:t>(5</a:t>
            </a:r>
            <a:r>
              <a:rPr lang="ko-KR" altLang="en-US" sz="1400" b="1" smtClean="0"/>
              <a:t>대</a:t>
            </a:r>
            <a:r>
              <a:rPr lang="en-US" altLang="ko-KR" sz="1400" b="1" smtClean="0"/>
              <a:t>)</a:t>
            </a:r>
          </a:p>
          <a:p>
            <a:pPr marL="342900" indent="-342900">
              <a:buAutoNum type="arabicPeriod"/>
            </a:pPr>
            <a:endParaRPr lang="en-US" altLang="ko-KR" sz="1400" b="1" smtClean="0"/>
          </a:p>
          <a:p>
            <a:pPr marL="342900" indent="-342900">
              <a:buAutoNum type="arabicPeriod"/>
            </a:pPr>
            <a:r>
              <a:rPr lang="en-US" altLang="ko-KR" sz="1400" b="1" smtClean="0"/>
              <a:t>2</a:t>
            </a:r>
            <a:r>
              <a:rPr lang="ko-KR" altLang="en-US" sz="1400" b="1" smtClean="0"/>
              <a:t>단계</a:t>
            </a:r>
            <a:r>
              <a:rPr lang="en-US" altLang="ko-KR" sz="1400" b="1" smtClean="0"/>
              <a:t>: API, </a:t>
            </a:r>
            <a:r>
              <a:rPr lang="ko-KR" altLang="en-US" sz="1400" b="1" smtClean="0"/>
              <a:t>웹 서비스 이관</a:t>
            </a:r>
            <a:endParaRPr lang="en-US" altLang="ko-KR" sz="1400" b="1" smtClean="0"/>
          </a:p>
          <a:p>
            <a:pPr marL="342900" indent="-342900">
              <a:buAutoNum type="arabicPeriod"/>
            </a:pPr>
            <a:endParaRPr lang="en-US" altLang="ko-KR" sz="1400" b="1"/>
          </a:p>
          <a:p>
            <a:pPr marL="342900" indent="-342900">
              <a:buAutoNum type="arabicPeriod"/>
            </a:pPr>
            <a:r>
              <a:rPr lang="en-US" altLang="ko-KR" sz="1400" b="1" smtClean="0"/>
              <a:t>3</a:t>
            </a:r>
            <a:r>
              <a:rPr lang="ko-KR" altLang="en-US" sz="1400" b="1" smtClean="0"/>
              <a:t>단계</a:t>
            </a:r>
            <a:r>
              <a:rPr lang="en-US" altLang="ko-KR" sz="1400" b="1" smtClean="0"/>
              <a:t>: </a:t>
            </a:r>
            <a:r>
              <a:rPr lang="ko-KR" altLang="en-US" sz="1400" b="1" smtClean="0"/>
              <a:t>개발 클러스터 구축</a:t>
            </a:r>
            <a:r>
              <a:rPr lang="en-US" altLang="ko-KR" sz="1400" b="1" smtClean="0"/>
              <a:t>(</a:t>
            </a:r>
            <a:r>
              <a:rPr lang="ko-KR" altLang="en-US" sz="1400" b="1" smtClean="0"/>
              <a:t>유휴 서버 이용</a:t>
            </a:r>
            <a:r>
              <a:rPr lang="en-US" altLang="ko-KR" sz="1400" b="1" smtClean="0"/>
              <a:t>)</a:t>
            </a:r>
          </a:p>
          <a:p>
            <a:pPr marL="342900" indent="-342900">
              <a:buAutoNum type="arabicPeriod"/>
            </a:pPr>
            <a:endParaRPr lang="en-US" altLang="ko-KR" sz="1400" b="1"/>
          </a:p>
          <a:p>
            <a:pPr marL="342900" indent="-342900">
              <a:buAutoNum type="arabicPeriod"/>
            </a:pPr>
            <a:r>
              <a:rPr lang="en-US" altLang="ko-KR" sz="1400" b="1" smtClean="0"/>
              <a:t>4</a:t>
            </a:r>
            <a:r>
              <a:rPr lang="ko-KR" altLang="en-US" sz="1400" b="1" smtClean="0"/>
              <a:t>단계</a:t>
            </a:r>
            <a:r>
              <a:rPr lang="en-US" altLang="ko-KR" sz="1400" b="1" smtClean="0"/>
              <a:t>: kw-all </a:t>
            </a:r>
            <a:r>
              <a:rPr lang="ko-KR" altLang="en-US" sz="1400" b="1" smtClean="0"/>
              <a:t>하둡 최신 버전 구성</a:t>
            </a:r>
            <a:endParaRPr lang="en-US" altLang="ko-KR" sz="1400" b="1" smtClean="0"/>
          </a:p>
          <a:p>
            <a:pPr marL="342900" indent="-342900">
              <a:buAutoNum type="arabicPeriod"/>
            </a:pPr>
            <a:endParaRPr lang="en-US" altLang="ko-KR" sz="1400" b="1"/>
          </a:p>
          <a:p>
            <a:pPr marL="342900" indent="-342900">
              <a:buAutoNum type="arabicPeriod"/>
            </a:pPr>
            <a:r>
              <a:rPr lang="en-US" altLang="ko-KR" sz="1400" b="1" smtClean="0"/>
              <a:t>5</a:t>
            </a:r>
            <a:r>
              <a:rPr lang="ko-KR" altLang="en-US" sz="1400" b="1" smtClean="0"/>
              <a:t>단계</a:t>
            </a:r>
            <a:r>
              <a:rPr lang="en-US" altLang="ko-KR" sz="1400" b="1" smtClean="0"/>
              <a:t>: KIOT</a:t>
            </a:r>
            <a:r>
              <a:rPr lang="ko-KR" altLang="en-US" sz="1400" b="1" smtClean="0"/>
              <a:t>플랫폼 서비스 </a:t>
            </a:r>
            <a:r>
              <a:rPr lang="en-US" altLang="ko-KR" sz="1400" b="1" smtClean="0"/>
              <a:t>kw-all</a:t>
            </a:r>
            <a:r>
              <a:rPr lang="ko-KR" altLang="en-US" sz="1400" b="1" smtClean="0"/>
              <a:t>로 이전</a:t>
            </a:r>
            <a:endParaRPr lang="en-US" altLang="ko-KR" sz="1400" b="1" smtClean="0"/>
          </a:p>
          <a:p>
            <a:pPr marL="342900" indent="-342900">
              <a:buAutoNum type="arabicPeriod"/>
            </a:pPr>
            <a:endParaRPr lang="en-US" altLang="ko-KR" sz="1400" b="1"/>
          </a:p>
          <a:p>
            <a:pPr marL="342900" indent="-342900">
              <a:buAutoNum type="arabicPeriod"/>
            </a:pPr>
            <a:r>
              <a:rPr lang="en-US" altLang="ko-KR" sz="1400" b="1" smtClean="0"/>
              <a:t>6</a:t>
            </a:r>
            <a:r>
              <a:rPr lang="ko-KR" altLang="en-US" sz="1400" b="1" smtClean="0"/>
              <a:t>단계</a:t>
            </a:r>
            <a:r>
              <a:rPr lang="en-US" altLang="ko-KR" sz="1400" b="1" smtClean="0"/>
              <a:t>: TSDB </a:t>
            </a:r>
            <a:r>
              <a:rPr lang="ko-KR" altLang="en-US" sz="1400" b="1" smtClean="0"/>
              <a:t>데이터 </a:t>
            </a:r>
            <a:r>
              <a:rPr lang="en-US" altLang="ko-KR" sz="1400" b="1" smtClean="0"/>
              <a:t>kw-all</a:t>
            </a:r>
            <a:r>
              <a:rPr lang="ko-KR" altLang="en-US" sz="1400" b="1" smtClean="0"/>
              <a:t>로 이전</a:t>
            </a:r>
            <a:endParaRPr lang="en-US" altLang="ko-KR" sz="1400" b="1" smtClean="0"/>
          </a:p>
          <a:p>
            <a:pPr marL="342900" indent="-342900">
              <a:buAutoNum type="arabicPeriod"/>
            </a:pPr>
            <a:endParaRPr lang="en-US" altLang="ko-KR" sz="1400" b="1"/>
          </a:p>
          <a:p>
            <a:pPr marL="342900" indent="-342900">
              <a:buAutoNum type="arabicPeriod"/>
            </a:pPr>
            <a:r>
              <a:rPr lang="en-US" altLang="ko-KR" sz="1400" b="1" smtClean="0"/>
              <a:t>7</a:t>
            </a:r>
            <a:r>
              <a:rPr lang="ko-KR" altLang="en-US" sz="1400" b="1" smtClean="0"/>
              <a:t>단계</a:t>
            </a:r>
            <a:r>
              <a:rPr lang="en-US" altLang="ko-KR" sz="1400" b="1" smtClean="0"/>
              <a:t>: </a:t>
            </a:r>
            <a:r>
              <a:rPr lang="ko-KR" altLang="en-US" sz="1400" b="1" smtClean="0"/>
              <a:t>통합클러스터 구축 완성</a:t>
            </a:r>
            <a:endParaRPr lang="en-US" altLang="ko-KR" sz="1400" b="1" smtClean="0"/>
          </a:p>
          <a:p>
            <a:pPr marL="342900" indent="-342900">
              <a:buAutoNum type="arabicPeriod"/>
            </a:pPr>
            <a:endParaRPr lang="en-US" altLang="ko-KR" sz="1400" b="1"/>
          </a:p>
          <a:p>
            <a:pPr marL="342900" indent="-342900">
              <a:buAutoNum type="arabicPeriod"/>
            </a:pPr>
            <a:r>
              <a:rPr lang="en-US" altLang="ko-KR" sz="1400" b="1" smtClean="0"/>
              <a:t>8</a:t>
            </a:r>
            <a:r>
              <a:rPr lang="ko-KR" altLang="en-US" sz="1400" b="1" smtClean="0"/>
              <a:t>단계</a:t>
            </a:r>
            <a:r>
              <a:rPr lang="en-US" altLang="ko-KR" sz="1400" b="1" smtClean="0"/>
              <a:t>: </a:t>
            </a:r>
            <a:r>
              <a:rPr lang="ko-KR" altLang="en-US" sz="1400" b="1" smtClean="0"/>
              <a:t>클러스터 업그레이드 및 관리</a:t>
            </a:r>
            <a:endParaRPr lang="en-US" altLang="ko-KR" sz="1400" b="1" smtClean="0"/>
          </a:p>
          <a:p>
            <a:endParaRPr lang="en-US" altLang="ko-KR" sz="1400" b="1" smtClean="0"/>
          </a:p>
        </p:txBody>
      </p:sp>
      <p:sp>
        <p:nvSpPr>
          <p:cNvPr id="102" name="TextBox 101"/>
          <p:cNvSpPr txBox="1"/>
          <p:nvPr/>
        </p:nvSpPr>
        <p:spPr>
          <a:xfrm>
            <a:off x="5250770" y="1163930"/>
            <a:ext cx="4135826" cy="252376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b="1" smtClean="0"/>
              <a:t>#</a:t>
            </a:r>
            <a:r>
              <a:rPr lang="ko-KR" altLang="en-US" b="1" smtClean="0"/>
              <a:t>통합클러스터 운영 필요 사항</a:t>
            </a:r>
            <a:endParaRPr lang="en-US" altLang="ko-KR" b="1" smtClean="0"/>
          </a:p>
          <a:p>
            <a:endParaRPr lang="en-US" altLang="ko-KR" sz="1400" b="1" smtClean="0"/>
          </a:p>
          <a:p>
            <a:pPr marL="342900" indent="-342900">
              <a:buAutoNum type="arabicPeriod"/>
            </a:pPr>
            <a:r>
              <a:rPr lang="ko-KR" altLang="en-US" sz="1400" b="1" smtClean="0"/>
              <a:t>사내 쿠버네티스 전문가 </a:t>
            </a:r>
            <a:r>
              <a:rPr lang="en-US" altLang="ko-KR" sz="1400" b="1" smtClean="0"/>
              <a:t>1 , </a:t>
            </a:r>
            <a:r>
              <a:rPr lang="ko-KR" altLang="en-US" sz="1400" b="1" smtClean="0"/>
              <a:t>서포터 </a:t>
            </a:r>
            <a:r>
              <a:rPr lang="en-US" altLang="ko-KR" sz="1400" b="1" smtClean="0"/>
              <a:t>2</a:t>
            </a:r>
            <a:r>
              <a:rPr lang="ko-KR" altLang="en-US" sz="1400" b="1" smtClean="0"/>
              <a:t>인 필요</a:t>
            </a:r>
            <a:endParaRPr lang="en-US" altLang="ko-KR" sz="1400" b="1" smtClean="0"/>
          </a:p>
          <a:p>
            <a:pPr marL="342900" indent="-342900">
              <a:buAutoNum type="arabicPeriod"/>
            </a:pPr>
            <a:endParaRPr lang="en-US" altLang="ko-KR" sz="1400" b="1"/>
          </a:p>
          <a:p>
            <a:pPr marL="342900" indent="-342900">
              <a:buAutoNum type="arabicPeriod"/>
            </a:pPr>
            <a:r>
              <a:rPr lang="ko-KR" altLang="en-US" sz="1400" b="1" smtClean="0"/>
              <a:t>쿠버네티스 관련 지속적인 교육 필요</a:t>
            </a:r>
            <a:endParaRPr lang="en-US" altLang="ko-KR" sz="1400" b="1" smtClean="0"/>
          </a:p>
          <a:p>
            <a:pPr marL="342900" indent="-342900">
              <a:buAutoNum type="arabicPeriod"/>
            </a:pPr>
            <a:endParaRPr lang="en-US" altLang="ko-KR" sz="1400" b="1"/>
          </a:p>
          <a:p>
            <a:pPr marL="342900" indent="-342900">
              <a:buAutoNum type="arabicPeriod"/>
            </a:pPr>
            <a:r>
              <a:rPr lang="ko-KR" altLang="en-US" sz="1400" b="1" smtClean="0"/>
              <a:t>개발 클러스터 구축</a:t>
            </a:r>
            <a:endParaRPr lang="en-US" altLang="ko-KR" sz="1400" b="1" smtClean="0"/>
          </a:p>
          <a:p>
            <a:pPr marL="342900" indent="-342900">
              <a:buAutoNum type="arabicPeriod"/>
            </a:pPr>
            <a:endParaRPr lang="en-US" altLang="ko-KR" sz="1400" b="1"/>
          </a:p>
          <a:p>
            <a:pPr marL="342900" indent="-342900">
              <a:buAutoNum type="arabicPeriod"/>
            </a:pPr>
            <a:r>
              <a:rPr lang="ko-KR" altLang="en-US" sz="1400" b="1" smtClean="0"/>
              <a:t>통합클러스터 서버 램 </a:t>
            </a:r>
            <a:r>
              <a:rPr lang="en-US" altLang="ko-KR" sz="1400" b="1" smtClean="0"/>
              <a:t>128G </a:t>
            </a:r>
            <a:r>
              <a:rPr lang="ko-KR" altLang="en-US" sz="1400" b="1" smtClean="0"/>
              <a:t>업그레이드</a:t>
            </a:r>
            <a:endParaRPr lang="en-US" altLang="ko-KR" sz="1400" b="1" smtClean="0"/>
          </a:p>
          <a:p>
            <a:pPr marL="342900" indent="-342900">
              <a:buAutoNum type="arabicPeriod"/>
            </a:pPr>
            <a:endParaRPr lang="en-US" altLang="ko-KR" sz="1400" b="1"/>
          </a:p>
          <a:p>
            <a:endParaRPr lang="en-US" altLang="ko-KR" sz="1400" b="1" smtClean="0"/>
          </a:p>
        </p:txBody>
      </p:sp>
    </p:spTree>
    <p:extLst>
      <p:ext uri="{BB962C8B-B14F-4D97-AF65-F5344CB8AC3E}">
        <p14:creationId xmlns:p14="http://schemas.microsoft.com/office/powerpoint/2010/main" val="2989871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직사각형 267"/>
          <p:cNvSpPr/>
          <p:nvPr/>
        </p:nvSpPr>
        <p:spPr>
          <a:xfrm>
            <a:off x="359171" y="1293067"/>
            <a:ext cx="11494473" cy="27584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478758" y="150750"/>
            <a:ext cx="4931567" cy="354900"/>
          </a:xfrm>
        </p:spPr>
        <p:txBody>
          <a:bodyPr anchor="ctr" anchorCtr="0">
            <a:normAutofit fontScale="90000"/>
          </a:bodyPr>
          <a:lstStyle/>
          <a:p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통합</a:t>
            </a:r>
            <a:r>
              <a:rPr lang="en-US" altLang="ko-KR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클러스터 최종안</a:t>
            </a:r>
            <a:endParaRPr lang="ko-KR" altLang="en-US" b="1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1" name="직사각형 260"/>
          <p:cNvSpPr/>
          <p:nvPr/>
        </p:nvSpPr>
        <p:spPr>
          <a:xfrm>
            <a:off x="1830425" y="1204688"/>
            <a:ext cx="677765" cy="5457801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" name="직사각형 261"/>
          <p:cNvSpPr/>
          <p:nvPr/>
        </p:nvSpPr>
        <p:spPr>
          <a:xfrm>
            <a:off x="4540092" y="1204175"/>
            <a:ext cx="678198" cy="5457800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" name="직사각형 262"/>
          <p:cNvSpPr/>
          <p:nvPr/>
        </p:nvSpPr>
        <p:spPr>
          <a:xfrm>
            <a:off x="2735944" y="1204688"/>
            <a:ext cx="683838" cy="5457800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" name="직사각형 263"/>
          <p:cNvSpPr/>
          <p:nvPr/>
        </p:nvSpPr>
        <p:spPr>
          <a:xfrm>
            <a:off x="3640513" y="1205379"/>
            <a:ext cx="679266" cy="5457800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직사각형 264"/>
          <p:cNvSpPr/>
          <p:nvPr/>
        </p:nvSpPr>
        <p:spPr>
          <a:xfrm>
            <a:off x="5447126" y="1192420"/>
            <a:ext cx="686810" cy="5457800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" name="직사각형 265"/>
          <p:cNvSpPr/>
          <p:nvPr/>
        </p:nvSpPr>
        <p:spPr>
          <a:xfrm>
            <a:off x="6344650" y="1204701"/>
            <a:ext cx="703328" cy="5457800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52859" y="1293067"/>
            <a:ext cx="400110" cy="159434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ko-KR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Cluster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7" name="TextBox 296"/>
          <p:cNvSpPr txBox="1"/>
          <p:nvPr/>
        </p:nvSpPr>
        <p:spPr>
          <a:xfrm>
            <a:off x="1832092" y="909098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kw-all1</a:t>
            </a:r>
            <a:endParaRPr lang="ko-KR" altLang="en-US" sz="1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8" name="TextBox 297"/>
          <p:cNvSpPr txBox="1"/>
          <p:nvPr/>
        </p:nvSpPr>
        <p:spPr>
          <a:xfrm>
            <a:off x="2734180" y="909712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kw-all2</a:t>
            </a:r>
            <a:endParaRPr lang="ko-KR" altLang="en-US" sz="1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9" name="TextBox 298"/>
          <p:cNvSpPr txBox="1"/>
          <p:nvPr/>
        </p:nvSpPr>
        <p:spPr>
          <a:xfrm>
            <a:off x="3592951" y="896911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kw-all3</a:t>
            </a:r>
            <a:endParaRPr lang="ko-KR" altLang="en-US" sz="1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0" name="TextBox 299"/>
          <p:cNvSpPr txBox="1"/>
          <p:nvPr/>
        </p:nvSpPr>
        <p:spPr>
          <a:xfrm>
            <a:off x="4540059" y="914176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kw-all4</a:t>
            </a:r>
            <a:endParaRPr lang="ko-KR" altLang="en-US" sz="1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5461859" y="900103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kw-all5</a:t>
            </a:r>
            <a:endParaRPr lang="ko-KR" altLang="en-US" sz="1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2" name="TextBox 301"/>
          <p:cNvSpPr txBox="1"/>
          <p:nvPr/>
        </p:nvSpPr>
        <p:spPr>
          <a:xfrm>
            <a:off x="6318931" y="919782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kw-all6</a:t>
            </a:r>
            <a:endParaRPr lang="ko-KR" altLang="en-US" sz="1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0" name="타원 319"/>
          <p:cNvSpPr/>
          <p:nvPr/>
        </p:nvSpPr>
        <p:spPr>
          <a:xfrm>
            <a:off x="452969" y="959014"/>
            <a:ext cx="171900" cy="1600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ko-KR" altLang="en-US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1" name="TextBox 320"/>
          <p:cNvSpPr txBox="1"/>
          <p:nvPr/>
        </p:nvSpPr>
        <p:spPr>
          <a:xfrm>
            <a:off x="581259" y="909098"/>
            <a:ext cx="7328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Preferred</a:t>
            </a:r>
            <a:endParaRPr lang="ko-KR" altLang="en-US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7266865" y="1194017"/>
            <a:ext cx="703328" cy="5457800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241146" y="909098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kw-all7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8163664" y="1204087"/>
            <a:ext cx="703328" cy="5457800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8137945" y="919168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kw-all8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9061244" y="1204087"/>
            <a:ext cx="703328" cy="5457800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9035525" y="919168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kw-all9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직사각형 139"/>
          <p:cNvSpPr/>
          <p:nvPr/>
        </p:nvSpPr>
        <p:spPr>
          <a:xfrm>
            <a:off x="9977698" y="1204087"/>
            <a:ext cx="703328" cy="5457800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9951979" y="919168"/>
            <a:ext cx="8226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kw-all10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10875278" y="1204087"/>
            <a:ext cx="703328" cy="5457800"/>
          </a:xfrm>
          <a:prstGeom prst="rect">
            <a:avLst/>
          </a:prstGeom>
          <a:noFill/>
          <a:ln w="1905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10849559" y="919168"/>
            <a:ext cx="792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kw-allN</a:t>
            </a:r>
            <a:endParaRPr lang="ko-KR" altLang="en-US" sz="1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직사각형 151"/>
          <p:cNvSpPr/>
          <p:nvPr/>
        </p:nvSpPr>
        <p:spPr>
          <a:xfrm>
            <a:off x="7281357" y="6317499"/>
            <a:ext cx="679265" cy="1975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Slave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8159772" y="6308433"/>
            <a:ext cx="703967" cy="19500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</a:t>
            </a:r>
            <a:endParaRPr lang="ko-KR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9056134" y="6310075"/>
            <a:ext cx="708438" cy="2049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Slave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직사각형 154"/>
          <p:cNvSpPr/>
          <p:nvPr/>
        </p:nvSpPr>
        <p:spPr>
          <a:xfrm>
            <a:off x="512429" y="6309655"/>
            <a:ext cx="11215382" cy="205492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 HA</a:t>
            </a:r>
            <a:endParaRPr lang="en-US" altLang="ko-KR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3627933" y="1920294"/>
            <a:ext cx="703967" cy="1950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Air1</a:t>
            </a:r>
            <a:endParaRPr lang="ko-KR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452969" y="1531344"/>
            <a:ext cx="11215381" cy="1231186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endParaRPr lang="en-US" altLang="ko-KR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4528948" y="3110781"/>
            <a:ext cx="679265" cy="1975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1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직사각형 166"/>
          <p:cNvSpPr/>
          <p:nvPr/>
        </p:nvSpPr>
        <p:spPr>
          <a:xfrm>
            <a:off x="452969" y="3000807"/>
            <a:ext cx="11215381" cy="866118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en-US" altLang="ko-KR" sz="14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4537759" y="1917755"/>
            <a:ext cx="679265" cy="1975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DataC.3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8172053" y="1618751"/>
            <a:ext cx="679265" cy="1975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DataC.6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3639312" y="1606287"/>
            <a:ext cx="679265" cy="1975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DataC.1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4537883" y="1606889"/>
            <a:ext cx="679265" cy="1975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DataC.2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5443870" y="1609302"/>
            <a:ext cx="679265" cy="1975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DataC.4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7273240" y="1618752"/>
            <a:ext cx="679265" cy="1975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DataC.5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4533856" y="2243910"/>
            <a:ext cx="703967" cy="1950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Air2</a:t>
            </a:r>
            <a:endParaRPr lang="ko-KR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6346231" y="1622800"/>
            <a:ext cx="703967" cy="1950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Air3</a:t>
            </a:r>
            <a:endParaRPr lang="ko-KR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6344469" y="1931680"/>
            <a:ext cx="703967" cy="1950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Air4</a:t>
            </a:r>
            <a:endParaRPr lang="ko-KR" altLang="en-US" sz="1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7269323" y="1954043"/>
            <a:ext cx="708438" cy="2049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날씨</a:t>
            </a:r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직사각형 145"/>
          <p:cNvSpPr/>
          <p:nvPr/>
        </p:nvSpPr>
        <p:spPr>
          <a:xfrm>
            <a:off x="8157466" y="1964590"/>
            <a:ext cx="708438" cy="2049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날씨</a:t>
            </a:r>
            <a:r>
              <a:rPr lang="en-US" altLang="ko-KR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직사각형 146"/>
          <p:cNvSpPr/>
          <p:nvPr/>
        </p:nvSpPr>
        <p:spPr>
          <a:xfrm>
            <a:off x="5452259" y="3110781"/>
            <a:ext cx="679265" cy="1975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2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직사각형 147"/>
          <p:cNvSpPr/>
          <p:nvPr/>
        </p:nvSpPr>
        <p:spPr>
          <a:xfrm>
            <a:off x="6349590" y="3110781"/>
            <a:ext cx="679265" cy="1975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3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직사각형 148"/>
          <p:cNvSpPr/>
          <p:nvPr/>
        </p:nvSpPr>
        <p:spPr>
          <a:xfrm>
            <a:off x="7273240" y="3112872"/>
            <a:ext cx="679265" cy="1975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4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8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직사각형 237"/>
          <p:cNvSpPr/>
          <p:nvPr/>
        </p:nvSpPr>
        <p:spPr>
          <a:xfrm>
            <a:off x="1386488" y="4400554"/>
            <a:ext cx="4383606" cy="19455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D37DE4-F729-48D2-99C7-E4F33FC8BA50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제목 2"/>
          <p:cNvSpPr>
            <a:spLocks noGrp="1"/>
          </p:cNvSpPr>
          <p:nvPr>
            <p:ph type="title"/>
          </p:nvPr>
        </p:nvSpPr>
        <p:spPr>
          <a:xfrm>
            <a:off x="1478757" y="150750"/>
            <a:ext cx="5549654" cy="354900"/>
          </a:xfrm>
        </p:spPr>
        <p:txBody>
          <a:bodyPr anchor="ctr" anchorCtr="0">
            <a:normAutofit fontScale="90000"/>
          </a:bodyPr>
          <a:lstStyle/>
          <a:p>
            <a:r>
              <a:rPr lang="en-US" altLang="ko-KR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KIOT</a:t>
            </a:r>
            <a:r>
              <a:rPr lang="ko-KR" altLang="en-US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플랫폼 마이크로서비스 아키텍처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1518250" y="1266744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데이터센터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2528695" y="1266744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Air365Web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3539140" y="1266742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Air365</a:t>
            </a:r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앱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4549585" y="1266742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Air365Admin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5560030" y="1266741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에어맵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6570475" y="1266740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날씨웹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7580920" y="1258351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날씨앱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8591365" y="1266740"/>
            <a:ext cx="915871" cy="254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N</a:t>
            </a:r>
            <a:endParaRPr lang="ko-KR" altLang="en-US" sz="1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1518251" y="3318882"/>
            <a:ext cx="915871" cy="2540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24242(TSDB)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3558054" y="3325354"/>
            <a:ext cx="915871" cy="2540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30101(</a:t>
            </a:r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최근</a:t>
            </a:r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2535448" y="3318871"/>
            <a:ext cx="915871" cy="2540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20001(</a:t>
            </a:r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명령</a:t>
            </a:r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552643" y="4685083"/>
            <a:ext cx="915871" cy="2540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 Monitor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2535448" y="4685083"/>
            <a:ext cx="915871" cy="2540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Ingress Router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5595000" y="3313187"/>
            <a:ext cx="915871" cy="2540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DataC. API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6615412" y="3312393"/>
            <a:ext cx="915871" cy="2540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Air365API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4577802" y="3320252"/>
            <a:ext cx="915871" cy="2540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기상 </a:t>
            </a:r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7632608" y="3318871"/>
            <a:ext cx="915871" cy="2540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날씨 </a:t>
            </a:r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8649803" y="3325354"/>
            <a:ext cx="915871" cy="2540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ko-KR" altLang="en-US" sz="10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0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ko-KR" altLang="en-US" sz="1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직선 화살표 연결선 20"/>
          <p:cNvCxnSpPr>
            <a:stCxn id="47" idx="2"/>
            <a:endCxn id="211" idx="0"/>
          </p:cNvCxnSpPr>
          <p:nvPr/>
        </p:nvCxnSpPr>
        <p:spPr>
          <a:xfrm>
            <a:off x="1976186" y="1520829"/>
            <a:ext cx="3260299" cy="760846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>
            <a:stCxn id="56" idx="2"/>
            <a:endCxn id="188" idx="0"/>
          </p:cNvCxnSpPr>
          <p:nvPr/>
        </p:nvCxnSpPr>
        <p:spPr>
          <a:xfrm>
            <a:off x="1976187" y="3572967"/>
            <a:ext cx="0" cy="2212159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>
            <a:stCxn id="211" idx="2"/>
            <a:endCxn id="62" idx="0"/>
          </p:cNvCxnSpPr>
          <p:nvPr/>
        </p:nvCxnSpPr>
        <p:spPr>
          <a:xfrm>
            <a:off x="5236485" y="2535760"/>
            <a:ext cx="816451" cy="777427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/>
          <p:cNvCxnSpPr>
            <a:stCxn id="53" idx="2"/>
            <a:endCxn id="211" idx="0"/>
          </p:cNvCxnSpPr>
          <p:nvPr/>
        </p:nvCxnSpPr>
        <p:spPr>
          <a:xfrm flipH="1">
            <a:off x="5236485" y="1520825"/>
            <a:ext cx="1791926" cy="760850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>
            <a:stCxn id="54" idx="2"/>
            <a:endCxn id="211" idx="0"/>
          </p:cNvCxnSpPr>
          <p:nvPr/>
        </p:nvCxnSpPr>
        <p:spPr>
          <a:xfrm flipH="1">
            <a:off x="5236485" y="1512436"/>
            <a:ext cx="2802371" cy="769239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>
            <a:stCxn id="55" idx="2"/>
            <a:endCxn id="211" idx="0"/>
          </p:cNvCxnSpPr>
          <p:nvPr/>
        </p:nvCxnSpPr>
        <p:spPr>
          <a:xfrm flipH="1">
            <a:off x="5236485" y="1520825"/>
            <a:ext cx="3812816" cy="760850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>
            <a:stCxn id="211" idx="2"/>
            <a:endCxn id="65" idx="0"/>
          </p:cNvCxnSpPr>
          <p:nvPr/>
        </p:nvCxnSpPr>
        <p:spPr>
          <a:xfrm>
            <a:off x="5236485" y="2535760"/>
            <a:ext cx="2854059" cy="783111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/>
          <p:cNvCxnSpPr>
            <a:stCxn id="51" idx="2"/>
            <a:endCxn id="211" idx="0"/>
          </p:cNvCxnSpPr>
          <p:nvPr/>
        </p:nvCxnSpPr>
        <p:spPr>
          <a:xfrm>
            <a:off x="5007521" y="1520827"/>
            <a:ext cx="228964" cy="760848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>
            <a:stCxn id="211" idx="2"/>
            <a:endCxn id="64" idx="0"/>
          </p:cNvCxnSpPr>
          <p:nvPr/>
        </p:nvCxnSpPr>
        <p:spPr>
          <a:xfrm flipH="1">
            <a:off x="5035738" y="2535760"/>
            <a:ext cx="200747" cy="784492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211" idx="2"/>
            <a:endCxn id="63" idx="0"/>
          </p:cNvCxnSpPr>
          <p:nvPr/>
        </p:nvCxnSpPr>
        <p:spPr>
          <a:xfrm>
            <a:off x="5236485" y="2535760"/>
            <a:ext cx="1836863" cy="776633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/>
          <p:cNvCxnSpPr>
            <a:stCxn id="58" idx="2"/>
            <a:endCxn id="61" idx="0"/>
          </p:cNvCxnSpPr>
          <p:nvPr/>
        </p:nvCxnSpPr>
        <p:spPr>
          <a:xfrm>
            <a:off x="2993384" y="3572956"/>
            <a:ext cx="0" cy="1112127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>
            <a:stCxn id="57" idx="2"/>
            <a:endCxn id="60" idx="0"/>
          </p:cNvCxnSpPr>
          <p:nvPr/>
        </p:nvCxnSpPr>
        <p:spPr>
          <a:xfrm flipH="1">
            <a:off x="4010579" y="3579439"/>
            <a:ext cx="5411" cy="1105644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>
            <a:stCxn id="211" idx="2"/>
            <a:endCxn id="56" idx="0"/>
          </p:cNvCxnSpPr>
          <p:nvPr/>
        </p:nvCxnSpPr>
        <p:spPr>
          <a:xfrm flipH="1">
            <a:off x="1976187" y="2535760"/>
            <a:ext cx="3260298" cy="783122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>
            <a:stCxn id="211" idx="2"/>
            <a:endCxn id="62" idx="0"/>
          </p:cNvCxnSpPr>
          <p:nvPr/>
        </p:nvCxnSpPr>
        <p:spPr>
          <a:xfrm>
            <a:off x="5236485" y="2535760"/>
            <a:ext cx="816451" cy="777427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>
            <a:stCxn id="49" idx="2"/>
            <a:endCxn id="211" idx="0"/>
          </p:cNvCxnSpPr>
          <p:nvPr/>
        </p:nvCxnSpPr>
        <p:spPr>
          <a:xfrm>
            <a:off x="2986631" y="1520829"/>
            <a:ext cx="2249854" cy="760846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/>
          <p:cNvCxnSpPr>
            <a:stCxn id="211" idx="2"/>
            <a:endCxn id="57" idx="0"/>
          </p:cNvCxnSpPr>
          <p:nvPr/>
        </p:nvCxnSpPr>
        <p:spPr>
          <a:xfrm flipH="1">
            <a:off x="4015990" y="2535760"/>
            <a:ext cx="1220495" cy="789594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/>
          <p:cNvCxnSpPr>
            <a:stCxn id="211" idx="2"/>
            <a:endCxn id="58" idx="0"/>
          </p:cNvCxnSpPr>
          <p:nvPr/>
        </p:nvCxnSpPr>
        <p:spPr>
          <a:xfrm flipH="1">
            <a:off x="2993384" y="2535760"/>
            <a:ext cx="2243101" cy="783111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/>
          <p:cNvCxnSpPr>
            <a:stCxn id="50" idx="2"/>
            <a:endCxn id="211" idx="0"/>
          </p:cNvCxnSpPr>
          <p:nvPr/>
        </p:nvCxnSpPr>
        <p:spPr>
          <a:xfrm>
            <a:off x="3997076" y="1520827"/>
            <a:ext cx="1239409" cy="760848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/>
          <p:cNvCxnSpPr>
            <a:stCxn id="52" idx="2"/>
            <a:endCxn id="211" idx="0"/>
          </p:cNvCxnSpPr>
          <p:nvPr/>
        </p:nvCxnSpPr>
        <p:spPr>
          <a:xfrm flipH="1">
            <a:off x="5236485" y="1520826"/>
            <a:ext cx="781481" cy="760849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직사각형 133"/>
          <p:cNvSpPr/>
          <p:nvPr/>
        </p:nvSpPr>
        <p:spPr>
          <a:xfrm>
            <a:off x="4575251" y="5785115"/>
            <a:ext cx="915871" cy="2540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5" name="직선 화살표 연결선 134"/>
          <p:cNvCxnSpPr>
            <a:stCxn id="62" idx="2"/>
            <a:endCxn id="134" idx="0"/>
          </p:cNvCxnSpPr>
          <p:nvPr/>
        </p:nvCxnSpPr>
        <p:spPr>
          <a:xfrm flipH="1">
            <a:off x="5033187" y="3567272"/>
            <a:ext cx="1019749" cy="2217843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/>
          <p:cNvCxnSpPr>
            <a:stCxn id="63" idx="2"/>
            <a:endCxn id="134" idx="0"/>
          </p:cNvCxnSpPr>
          <p:nvPr/>
        </p:nvCxnSpPr>
        <p:spPr>
          <a:xfrm flipH="1">
            <a:off x="5033187" y="3566478"/>
            <a:ext cx="2040161" cy="2218637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/>
          <p:cNvCxnSpPr>
            <a:stCxn id="64" idx="2"/>
            <a:endCxn id="134" idx="0"/>
          </p:cNvCxnSpPr>
          <p:nvPr/>
        </p:nvCxnSpPr>
        <p:spPr>
          <a:xfrm flipH="1">
            <a:off x="5033187" y="3574337"/>
            <a:ext cx="2551" cy="2210778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143"/>
          <p:cNvCxnSpPr>
            <a:stCxn id="64" idx="2"/>
            <a:endCxn id="189" idx="0"/>
          </p:cNvCxnSpPr>
          <p:nvPr/>
        </p:nvCxnSpPr>
        <p:spPr>
          <a:xfrm flipH="1">
            <a:off x="4015990" y="3574337"/>
            <a:ext cx="1019748" cy="2217262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/>
          <p:cNvCxnSpPr>
            <a:stCxn id="62" idx="2"/>
            <a:endCxn id="189" idx="0"/>
          </p:cNvCxnSpPr>
          <p:nvPr/>
        </p:nvCxnSpPr>
        <p:spPr>
          <a:xfrm flipH="1">
            <a:off x="4015990" y="3567272"/>
            <a:ext cx="2036946" cy="2224327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/>
          <p:cNvCxnSpPr>
            <a:stCxn id="65" idx="2"/>
            <a:endCxn id="134" idx="0"/>
          </p:cNvCxnSpPr>
          <p:nvPr/>
        </p:nvCxnSpPr>
        <p:spPr>
          <a:xfrm flipH="1">
            <a:off x="5033187" y="3572956"/>
            <a:ext cx="3057357" cy="2212159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152"/>
          <p:cNvCxnSpPr>
            <a:stCxn id="66" idx="2"/>
            <a:endCxn id="134" idx="0"/>
          </p:cNvCxnSpPr>
          <p:nvPr/>
        </p:nvCxnSpPr>
        <p:spPr>
          <a:xfrm flipH="1">
            <a:off x="5033187" y="3579439"/>
            <a:ext cx="4074552" cy="2205676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직사각형 187"/>
          <p:cNvSpPr/>
          <p:nvPr/>
        </p:nvSpPr>
        <p:spPr>
          <a:xfrm>
            <a:off x="1518251" y="5785126"/>
            <a:ext cx="915871" cy="2540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OpenTSDB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3558054" y="5791599"/>
            <a:ext cx="915871" cy="2540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직사각형 189"/>
          <p:cNvSpPr/>
          <p:nvPr/>
        </p:nvSpPr>
        <p:spPr>
          <a:xfrm>
            <a:off x="2535448" y="5785116"/>
            <a:ext cx="915871" cy="2540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MQTT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3" name="직선 화살표 연결선 192"/>
          <p:cNvCxnSpPr>
            <a:stCxn id="61" idx="2"/>
            <a:endCxn id="190" idx="0"/>
          </p:cNvCxnSpPr>
          <p:nvPr/>
        </p:nvCxnSpPr>
        <p:spPr>
          <a:xfrm>
            <a:off x="2993384" y="4939168"/>
            <a:ext cx="0" cy="845948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화살표 연결선 196"/>
          <p:cNvCxnSpPr>
            <a:stCxn id="60" idx="2"/>
            <a:endCxn id="189" idx="0"/>
          </p:cNvCxnSpPr>
          <p:nvPr/>
        </p:nvCxnSpPr>
        <p:spPr>
          <a:xfrm>
            <a:off x="4010579" y="4939168"/>
            <a:ext cx="5411" cy="852431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직사각형 210"/>
          <p:cNvSpPr/>
          <p:nvPr/>
        </p:nvSpPr>
        <p:spPr>
          <a:xfrm>
            <a:off x="3768104" y="2281675"/>
            <a:ext cx="2936761" cy="2540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Gateway(Kong)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5" name="직선 화살표 연결선 234"/>
          <p:cNvCxnSpPr>
            <a:stCxn id="211" idx="2"/>
            <a:endCxn id="66" idx="0"/>
          </p:cNvCxnSpPr>
          <p:nvPr/>
        </p:nvCxnSpPr>
        <p:spPr>
          <a:xfrm>
            <a:off x="5236485" y="2535760"/>
            <a:ext cx="3871254" cy="789594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/>
          <p:cNvSpPr txBox="1"/>
          <p:nvPr/>
        </p:nvSpPr>
        <p:spPr>
          <a:xfrm>
            <a:off x="1535827" y="2261298"/>
            <a:ext cx="898286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smtClean="0"/>
              <a:t>인증</a:t>
            </a:r>
            <a:r>
              <a:rPr lang="en-US" altLang="ko-KR" sz="1200" b="1" smtClean="0"/>
              <a:t>/</a:t>
            </a:r>
            <a:r>
              <a:rPr lang="ko-KR" altLang="en-US" sz="1200" b="1" smtClean="0"/>
              <a:t>보안</a:t>
            </a:r>
            <a:endParaRPr lang="ko-KR" altLang="en-US" sz="1200" b="1"/>
          </a:p>
        </p:txBody>
      </p:sp>
      <p:sp>
        <p:nvSpPr>
          <p:cNvPr id="240" name="TextBox 239"/>
          <p:cNvSpPr txBox="1"/>
          <p:nvPr/>
        </p:nvSpPr>
        <p:spPr>
          <a:xfrm>
            <a:off x="2025697" y="4119790"/>
            <a:ext cx="918175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smtClean="0"/>
              <a:t>플랫폼</a:t>
            </a:r>
            <a:endParaRPr lang="ko-KR" altLang="en-US" sz="1400" b="1"/>
          </a:p>
        </p:txBody>
      </p:sp>
      <p:cxnSp>
        <p:nvCxnSpPr>
          <p:cNvPr id="140" name="직선 화살표 연결선 139"/>
          <p:cNvCxnSpPr>
            <a:stCxn id="145" idx="1"/>
            <a:endCxn id="134" idx="3"/>
          </p:cNvCxnSpPr>
          <p:nvPr/>
        </p:nvCxnSpPr>
        <p:spPr>
          <a:xfrm flipH="1" flipV="1">
            <a:off x="5491122" y="5912158"/>
            <a:ext cx="1121074" cy="11584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직사각형 144"/>
          <p:cNvSpPr/>
          <p:nvPr/>
        </p:nvSpPr>
        <p:spPr>
          <a:xfrm>
            <a:off x="6612196" y="5796699"/>
            <a:ext cx="915871" cy="2540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Collector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8" name="직선 화살표 연결선 147"/>
          <p:cNvCxnSpPr>
            <a:endCxn id="145" idx="3"/>
          </p:cNvCxnSpPr>
          <p:nvPr/>
        </p:nvCxnSpPr>
        <p:spPr>
          <a:xfrm flipH="1">
            <a:off x="7528067" y="5912157"/>
            <a:ext cx="1119186" cy="11585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/>
          <p:cNvSpPr/>
          <p:nvPr/>
        </p:nvSpPr>
        <p:spPr>
          <a:xfrm>
            <a:off x="8649802" y="5791599"/>
            <a:ext cx="915871" cy="2540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Collector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524000" y="1022405"/>
            <a:ext cx="3321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10</a:t>
            </a:r>
            <a:endParaRPr lang="ko-KR" altLang="en-US" sz="1000" b="1">
              <a:latin typeface="+mn-ea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528695" y="1022342"/>
            <a:ext cx="3321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50</a:t>
            </a:r>
            <a:endParaRPr lang="ko-KR" altLang="en-US" sz="1000" b="1">
              <a:latin typeface="+mn-ea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547420" y="1029123"/>
            <a:ext cx="3321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10</a:t>
            </a:r>
            <a:endParaRPr lang="ko-KR" altLang="en-US" sz="1000" b="1">
              <a:latin typeface="+mn-ea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554693" y="1029123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200</a:t>
            </a:r>
            <a:endParaRPr lang="ko-KR" altLang="en-US" sz="1000" b="1">
              <a:latin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587029" y="100062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100</a:t>
            </a:r>
            <a:endParaRPr lang="ko-KR" altLang="en-US" sz="1000" b="1">
              <a:latin typeface="+mn-ea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524000" y="3079133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200</a:t>
            </a:r>
            <a:endParaRPr lang="ko-KR" altLang="en-US" sz="1000" b="1">
              <a:latin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545473" y="3072650"/>
            <a:ext cx="3321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10</a:t>
            </a:r>
            <a:endParaRPr lang="ko-KR" altLang="en-US" sz="1000" b="1">
              <a:latin typeface="+mn-ea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559905" y="3079133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100</a:t>
            </a:r>
            <a:endParaRPr lang="ko-KR" altLang="en-US" sz="1000" b="1">
              <a:latin typeface="+mn-ea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582511" y="3086198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100</a:t>
            </a:r>
            <a:endParaRPr lang="ko-KR" altLang="en-US" sz="1000" b="1">
              <a:latin typeface="+mn-ea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600066" y="3078160"/>
            <a:ext cx="3321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10</a:t>
            </a:r>
            <a:endParaRPr lang="ko-KR" altLang="en-US" sz="1000" b="1">
              <a:latin typeface="+mn-ea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623898" y="3079128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latin typeface="+mn-ea"/>
              </a:rPr>
              <a:t>100</a:t>
            </a:r>
            <a:endParaRPr lang="ko-KR" altLang="en-US" sz="1000" b="1">
              <a:latin typeface="+mn-ea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632608" y="3071269"/>
            <a:ext cx="5132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>
                <a:solidFill>
                  <a:srgbClr val="0000FF"/>
                </a:solidFill>
                <a:latin typeface="+mn-ea"/>
              </a:rPr>
              <a:t>1,000</a:t>
            </a:r>
            <a:endParaRPr lang="ko-KR" altLang="en-US" sz="1000" b="1">
              <a:solidFill>
                <a:srgbClr val="0000FF"/>
              </a:solidFill>
              <a:latin typeface="+mn-ea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3049914" y="5034357"/>
            <a:ext cx="915871" cy="2540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Collector</a:t>
            </a:r>
          </a:p>
          <a:p>
            <a:pPr algn="ctr"/>
            <a:r>
              <a:rPr lang="en-US" altLang="ko-KR" sz="1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endParaRPr lang="ko-KR" alt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118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03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45923</TotalTime>
  <Words>766</Words>
  <Application>Microsoft Office PowerPoint</Application>
  <PresentationFormat>와이드스크린</PresentationFormat>
  <Paragraphs>341</Paragraphs>
  <Slides>9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20" baseType="lpstr">
      <vt:lpstr>HY헤드라인M</vt:lpstr>
      <vt:lpstr>Noto Sans Blk</vt:lpstr>
      <vt:lpstr>굴림</vt:lpstr>
      <vt:lpstr>맑은 고딕</vt:lpstr>
      <vt:lpstr>Arial</vt:lpstr>
      <vt:lpstr>Calibri</vt:lpstr>
      <vt:lpstr>Calibri Light</vt:lpstr>
      <vt:lpstr>Tahoma</vt:lpstr>
      <vt:lpstr>Times New Roman</vt:lpstr>
      <vt:lpstr>Office 테마</vt:lpstr>
      <vt:lpstr>Image</vt:lpstr>
      <vt:lpstr>PowerPoint 프레젠테이션</vt:lpstr>
      <vt:lpstr>KIOT플랫폼 - Architecture</vt:lpstr>
      <vt:lpstr>KIOT플랫폼 문제점(2년 지남)</vt:lpstr>
      <vt:lpstr>KIOT-기상 서버 현재 상황 및 문제점</vt:lpstr>
      <vt:lpstr>통합클러스터 구축 안</vt:lpstr>
      <vt:lpstr>통합클러스터 구축 진행 및 필요사항</vt:lpstr>
      <vt:lpstr>통합 클러스터 최종안</vt:lpstr>
      <vt:lpstr>KIOT플랫폼 마이크로서비스 아키텍처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김주희</dc:creator>
  <cp:lastModifiedBy>kweather</cp:lastModifiedBy>
  <cp:revision>965</cp:revision>
  <cp:lastPrinted>2022-05-17T10:31:25Z</cp:lastPrinted>
  <dcterms:created xsi:type="dcterms:W3CDTF">2019-11-05T00:28:57Z</dcterms:created>
  <dcterms:modified xsi:type="dcterms:W3CDTF">2022-07-06T07:57:40Z</dcterms:modified>
</cp:coreProperties>
</file>